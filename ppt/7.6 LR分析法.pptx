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01" r:id="rId1"/>
  </p:sldMasterIdLst>
  <p:notesMasterIdLst>
    <p:notesMasterId r:id="rId49"/>
  </p:notesMasterIdLst>
  <p:handoutMasterIdLst>
    <p:handoutMasterId r:id="rId50"/>
  </p:handoutMasterIdLst>
  <p:sldIdLst>
    <p:sldId id="372" r:id="rId2"/>
    <p:sldId id="389" r:id="rId3"/>
    <p:sldId id="265" r:id="rId4"/>
    <p:sldId id="266" r:id="rId5"/>
    <p:sldId id="267" r:id="rId6"/>
    <p:sldId id="268" r:id="rId7"/>
    <p:sldId id="269" r:id="rId8"/>
    <p:sldId id="270" r:id="rId9"/>
    <p:sldId id="373" r:id="rId10"/>
    <p:sldId id="374" r:id="rId11"/>
    <p:sldId id="272" r:id="rId12"/>
    <p:sldId id="280" r:id="rId13"/>
    <p:sldId id="281" r:id="rId14"/>
    <p:sldId id="284" r:id="rId15"/>
    <p:sldId id="285" r:id="rId16"/>
    <p:sldId id="286" r:id="rId17"/>
    <p:sldId id="287" r:id="rId18"/>
    <p:sldId id="288" r:id="rId19"/>
    <p:sldId id="289" r:id="rId20"/>
    <p:sldId id="290" r:id="rId21"/>
    <p:sldId id="291" r:id="rId22"/>
    <p:sldId id="292" r:id="rId23"/>
    <p:sldId id="294" r:id="rId24"/>
    <p:sldId id="377" r:id="rId25"/>
    <p:sldId id="384" r:id="rId26"/>
    <p:sldId id="390" r:id="rId27"/>
    <p:sldId id="298" r:id="rId28"/>
    <p:sldId id="299" r:id="rId29"/>
    <p:sldId id="300" r:id="rId30"/>
    <p:sldId id="301" r:id="rId31"/>
    <p:sldId id="302" r:id="rId32"/>
    <p:sldId id="303" r:id="rId33"/>
    <p:sldId id="380" r:id="rId34"/>
    <p:sldId id="392" r:id="rId35"/>
    <p:sldId id="391" r:id="rId36"/>
    <p:sldId id="382" r:id="rId37"/>
    <p:sldId id="307" r:id="rId38"/>
    <p:sldId id="308" r:id="rId39"/>
    <p:sldId id="385" r:id="rId40"/>
    <p:sldId id="310" r:id="rId41"/>
    <p:sldId id="311" r:id="rId42"/>
    <p:sldId id="387" r:id="rId43"/>
    <p:sldId id="386" r:id="rId44"/>
    <p:sldId id="395" r:id="rId45"/>
    <p:sldId id="394" r:id="rId46"/>
    <p:sldId id="393" r:id="rId47"/>
    <p:sldId id="313" r:id="rId48"/>
  </p:sldIdLst>
  <p:sldSz cx="12192000" cy="6858000"/>
  <p:notesSz cx="2782888" cy="3717925"/>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853E"/>
    <a:srgbClr val="EE8A3E"/>
    <a:srgbClr val="A18D60"/>
    <a:srgbClr val="E98A3E"/>
    <a:srgbClr val="04141B"/>
    <a:srgbClr val="D9B247"/>
    <a:srgbClr val="2A9995"/>
    <a:srgbClr val="54D0CA"/>
    <a:srgbClr val="0000FF"/>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49" autoAdjust="0"/>
    <p:restoredTop sz="93231" autoAdjust="0"/>
  </p:normalViewPr>
  <p:slideViewPr>
    <p:cSldViewPr>
      <p:cViewPr varScale="1">
        <p:scale>
          <a:sx n="84" d="100"/>
          <a:sy n="84" d="100"/>
        </p:scale>
        <p:origin x="232" y="72"/>
      </p:cViewPr>
      <p:guideLst>
        <p:guide orient="horz" pos="2160"/>
        <p:guide pos="3840"/>
      </p:guideLst>
    </p:cSldViewPr>
  </p:slideViewPr>
  <p:notesTextViewPr>
    <p:cViewPr>
      <p:scale>
        <a:sx n="100" d="100"/>
        <a:sy n="100" d="100"/>
      </p:scale>
      <p:origin x="0" y="0"/>
    </p:cViewPr>
  </p:notesTextViewPr>
  <p:sorterViewPr>
    <p:cViewPr>
      <p:scale>
        <a:sx n="66" d="100"/>
        <a:sy n="66" d="100"/>
      </p:scale>
      <p:origin x="0" y="2148"/>
    </p:cViewPr>
  </p:sorterViewPr>
  <p:notesViewPr>
    <p:cSldViewPr>
      <p:cViewPr varScale="1">
        <p:scale>
          <a:sx n="183" d="100"/>
          <a:sy n="183" d="100"/>
        </p:scale>
        <p:origin x="2668"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4594" name="Rectangle 2"/>
          <p:cNvSpPr>
            <a:spLocks noGrp="1" noChangeArrowheads="1"/>
          </p:cNvSpPr>
          <p:nvPr>
            <p:ph type="hdr" sz="quarter"/>
          </p:nvPr>
        </p:nvSpPr>
        <p:spPr bwMode="auto">
          <a:xfrm>
            <a:off x="0" y="0"/>
            <a:ext cx="1206500" cy="18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ea typeface="宋体" pitchFamily="2" charset="-122"/>
              </a:defRPr>
            </a:lvl1pPr>
          </a:lstStyle>
          <a:p>
            <a:pPr>
              <a:defRPr/>
            </a:pPr>
            <a:endParaRPr lang="en-US" altLang="zh-CN"/>
          </a:p>
        </p:txBody>
      </p:sp>
      <p:sp>
        <p:nvSpPr>
          <p:cNvPr id="494595" name="Rectangle 3"/>
          <p:cNvSpPr>
            <a:spLocks noGrp="1" noChangeArrowheads="1"/>
          </p:cNvSpPr>
          <p:nvPr>
            <p:ph type="dt" sz="quarter" idx="1"/>
          </p:nvPr>
        </p:nvSpPr>
        <p:spPr bwMode="auto">
          <a:xfrm>
            <a:off x="1576388" y="0"/>
            <a:ext cx="1206500" cy="18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ea typeface="宋体" pitchFamily="2" charset="-122"/>
              </a:defRPr>
            </a:lvl1pPr>
          </a:lstStyle>
          <a:p>
            <a:pPr>
              <a:defRPr/>
            </a:pPr>
            <a:endParaRPr lang="en-US" altLang="zh-CN"/>
          </a:p>
        </p:txBody>
      </p:sp>
      <p:sp>
        <p:nvSpPr>
          <p:cNvPr id="494596" name="Rectangle 4"/>
          <p:cNvSpPr>
            <a:spLocks noGrp="1" noChangeArrowheads="1"/>
          </p:cNvSpPr>
          <p:nvPr>
            <p:ph type="ftr" sz="quarter" idx="2"/>
          </p:nvPr>
        </p:nvSpPr>
        <p:spPr bwMode="auto">
          <a:xfrm>
            <a:off x="0" y="3530600"/>
            <a:ext cx="1206500"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ea typeface="宋体" pitchFamily="2" charset="-122"/>
              </a:defRPr>
            </a:lvl1pPr>
          </a:lstStyle>
          <a:p>
            <a:pPr>
              <a:defRPr/>
            </a:pPr>
            <a:endParaRPr lang="en-US" altLang="zh-CN"/>
          </a:p>
        </p:txBody>
      </p:sp>
      <p:sp>
        <p:nvSpPr>
          <p:cNvPr id="494597" name="Rectangle 5"/>
          <p:cNvSpPr>
            <a:spLocks noGrp="1" noChangeArrowheads="1"/>
          </p:cNvSpPr>
          <p:nvPr>
            <p:ph type="sldNum" sz="quarter" idx="3"/>
          </p:nvPr>
        </p:nvSpPr>
        <p:spPr bwMode="auto">
          <a:xfrm>
            <a:off x="1576388" y="3530600"/>
            <a:ext cx="1206500"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DF22DA3B-951B-42A7-9A91-80A8B753C47B}" type="slidenum">
              <a:rPr lang="en-US" altLang="zh-CN"/>
              <a:pPr/>
              <a:t>‹#›</a:t>
            </a:fld>
            <a:endParaRPr lang="en-US" altLang="zh-CN"/>
          </a:p>
        </p:txBody>
      </p:sp>
    </p:spTree>
    <p:extLst>
      <p:ext uri="{BB962C8B-B14F-4D97-AF65-F5344CB8AC3E}">
        <p14:creationId xmlns:p14="http://schemas.microsoft.com/office/powerpoint/2010/main" val="116196182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4786" name="Rectangle 2"/>
          <p:cNvSpPr>
            <a:spLocks noGrp="1" noChangeArrowheads="1"/>
          </p:cNvSpPr>
          <p:nvPr>
            <p:ph type="hdr" sz="quarter"/>
          </p:nvPr>
        </p:nvSpPr>
        <p:spPr bwMode="auto">
          <a:xfrm>
            <a:off x="0" y="0"/>
            <a:ext cx="1206500" cy="18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143" tIns="18571" rIns="37143" bIns="18571" numCol="1" anchor="t" anchorCtr="0" compatLnSpc="1">
            <a:prstTxWarp prst="textNoShape">
              <a:avLst/>
            </a:prstTxWarp>
          </a:bodyPr>
          <a:lstStyle>
            <a:lvl1pPr defTabSz="371475">
              <a:defRPr sz="500">
                <a:latin typeface="Arial" charset="0"/>
                <a:ea typeface="宋体" pitchFamily="2" charset="-122"/>
              </a:defRPr>
            </a:lvl1pPr>
          </a:lstStyle>
          <a:p>
            <a:pPr>
              <a:defRPr/>
            </a:pPr>
            <a:endParaRPr lang="en-US" altLang="zh-CN"/>
          </a:p>
        </p:txBody>
      </p:sp>
      <p:sp>
        <p:nvSpPr>
          <p:cNvPr id="374787" name="Rectangle 3"/>
          <p:cNvSpPr>
            <a:spLocks noGrp="1" noChangeArrowheads="1"/>
          </p:cNvSpPr>
          <p:nvPr>
            <p:ph type="dt" idx="1"/>
          </p:nvPr>
        </p:nvSpPr>
        <p:spPr bwMode="auto">
          <a:xfrm>
            <a:off x="1576388" y="0"/>
            <a:ext cx="1206500" cy="18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143" tIns="18571" rIns="37143" bIns="18571" numCol="1" anchor="t" anchorCtr="0" compatLnSpc="1">
            <a:prstTxWarp prst="textNoShape">
              <a:avLst/>
            </a:prstTxWarp>
          </a:bodyPr>
          <a:lstStyle>
            <a:lvl1pPr algn="r" defTabSz="371475">
              <a:defRPr sz="500">
                <a:latin typeface="Arial" charset="0"/>
                <a:ea typeface="宋体" pitchFamily="2" charset="-122"/>
              </a:defRPr>
            </a:lvl1pPr>
          </a:lstStyle>
          <a:p>
            <a:pPr>
              <a:defRPr/>
            </a:pPr>
            <a:endParaRPr lang="en-US" altLang="zh-CN"/>
          </a:p>
        </p:txBody>
      </p:sp>
      <p:sp>
        <p:nvSpPr>
          <p:cNvPr id="58372" name="Rectangle 4"/>
          <p:cNvSpPr>
            <a:spLocks noGrp="1" noRot="1" noChangeAspect="1" noChangeArrowheads="1" noTextEdit="1"/>
          </p:cNvSpPr>
          <p:nvPr>
            <p:ph type="sldImg" idx="2"/>
          </p:nvPr>
        </p:nvSpPr>
        <p:spPr bwMode="auto">
          <a:xfrm>
            <a:off x="153988" y="279400"/>
            <a:ext cx="2474912" cy="13938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74789" name="Rectangle 5"/>
          <p:cNvSpPr>
            <a:spLocks noGrp="1" noChangeArrowheads="1"/>
          </p:cNvSpPr>
          <p:nvPr>
            <p:ph type="body" sz="quarter" idx="3"/>
          </p:nvPr>
        </p:nvSpPr>
        <p:spPr bwMode="auto">
          <a:xfrm>
            <a:off x="277813" y="1765300"/>
            <a:ext cx="2227262" cy="167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143" tIns="18571" rIns="37143" bIns="18571"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74790" name="Rectangle 6"/>
          <p:cNvSpPr>
            <a:spLocks noGrp="1" noChangeArrowheads="1"/>
          </p:cNvSpPr>
          <p:nvPr>
            <p:ph type="ftr" sz="quarter" idx="4"/>
          </p:nvPr>
        </p:nvSpPr>
        <p:spPr bwMode="auto">
          <a:xfrm>
            <a:off x="0" y="3530600"/>
            <a:ext cx="1206500"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143" tIns="18571" rIns="37143" bIns="18571" numCol="1" anchor="b" anchorCtr="0" compatLnSpc="1">
            <a:prstTxWarp prst="textNoShape">
              <a:avLst/>
            </a:prstTxWarp>
          </a:bodyPr>
          <a:lstStyle>
            <a:lvl1pPr defTabSz="371475">
              <a:defRPr sz="500">
                <a:latin typeface="Arial" charset="0"/>
                <a:ea typeface="宋体" pitchFamily="2" charset="-122"/>
              </a:defRPr>
            </a:lvl1pPr>
          </a:lstStyle>
          <a:p>
            <a:pPr>
              <a:defRPr/>
            </a:pPr>
            <a:endParaRPr lang="en-US" altLang="zh-CN"/>
          </a:p>
        </p:txBody>
      </p:sp>
      <p:sp>
        <p:nvSpPr>
          <p:cNvPr id="374791" name="Rectangle 7"/>
          <p:cNvSpPr>
            <a:spLocks noGrp="1" noChangeArrowheads="1"/>
          </p:cNvSpPr>
          <p:nvPr>
            <p:ph type="sldNum" sz="quarter" idx="5"/>
          </p:nvPr>
        </p:nvSpPr>
        <p:spPr bwMode="auto">
          <a:xfrm>
            <a:off x="1576388" y="3530600"/>
            <a:ext cx="1206500"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143" tIns="18571" rIns="37143" bIns="18571" numCol="1" anchor="b" anchorCtr="0" compatLnSpc="1">
            <a:prstTxWarp prst="textNoShape">
              <a:avLst/>
            </a:prstTxWarp>
          </a:bodyPr>
          <a:lstStyle>
            <a:lvl1pPr algn="r" defTabSz="371475">
              <a:defRPr sz="500"/>
            </a:lvl1pPr>
          </a:lstStyle>
          <a:p>
            <a:fld id="{7C94B347-5D95-4F16-91F2-C12A0B20C48C}" type="slidenum">
              <a:rPr lang="en-US" altLang="zh-CN"/>
              <a:pPr/>
              <a:t>‹#›</a:t>
            </a:fld>
            <a:endParaRPr lang="en-US" altLang="zh-CN"/>
          </a:p>
        </p:txBody>
      </p:sp>
    </p:spTree>
    <p:extLst>
      <p:ext uri="{BB962C8B-B14F-4D97-AF65-F5344CB8AC3E}">
        <p14:creationId xmlns:p14="http://schemas.microsoft.com/office/powerpoint/2010/main" val="2842771468"/>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07714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328450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41755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65157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32841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2692398" y="3623737"/>
            <a:ext cx="6815669" cy="948260"/>
          </a:xfrm>
          <a:prstGeom prst="rect">
            <a:avLst/>
          </a:prstGeom>
        </p:spPr>
        <p:txBody>
          <a:bodyPr anchor="ctr">
            <a:normAutofit/>
          </a:bodyPr>
          <a:lstStyle>
            <a:lvl1pPr marL="0" indent="0" algn="ctr">
              <a:lnSpc>
                <a:spcPct val="100000"/>
              </a:lnSpc>
              <a:buNone/>
              <a:defRPr sz="3200" b="1">
                <a:solidFill>
                  <a:schemeClr val="bg1"/>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单击此处添加副标题</a:t>
            </a:r>
            <a:endParaRPr lang="en-US" dirty="0"/>
          </a:p>
        </p:txBody>
      </p:sp>
      <p:sp>
        <p:nvSpPr>
          <p:cNvPr id="2" name="标题 1"/>
          <p:cNvSpPr>
            <a:spLocks noGrp="1"/>
          </p:cNvSpPr>
          <p:nvPr>
            <p:ph type="title" hasCustomPrompt="1"/>
          </p:nvPr>
        </p:nvSpPr>
        <p:spPr>
          <a:xfrm>
            <a:off x="2692398" y="2057406"/>
            <a:ext cx="6815669" cy="1329259"/>
          </a:xfrm>
          <a:prstGeom prst="rect">
            <a:avLst/>
          </a:prstGeom>
        </p:spPr>
        <p:txBody>
          <a:bodyPr anchor="ctr"/>
          <a:lstStyle>
            <a:lvl1pPr>
              <a:defRPr sz="6000" b="1">
                <a:latin typeface="微软雅黑" panose="020B0503020204020204" pitchFamily="34" charset="-122"/>
                <a:ea typeface="微软雅黑" panose="020B0503020204020204" pitchFamily="34" charset="-122"/>
              </a:defRPr>
            </a:lvl1pPr>
          </a:lstStyle>
          <a:p>
            <a:r>
              <a:rPr lang="zh-CN" altLang="en-US" dirty="0"/>
              <a:t>单击此处添加标题</a:t>
            </a:r>
            <a:endParaRPr lang="en-US" dirty="0"/>
          </a:p>
        </p:txBody>
      </p:sp>
      <p:cxnSp>
        <p:nvCxnSpPr>
          <p:cNvPr id="5" name="直接连接符 4">
            <a:extLst>
              <a:ext uri="{FF2B5EF4-FFF2-40B4-BE49-F238E27FC236}">
                <a16:creationId xmlns:a16="http://schemas.microsoft.com/office/drawing/2014/main" id="{78557376-49C6-4381-B102-72EEC70D751A}"/>
              </a:ext>
            </a:extLst>
          </p:cNvPr>
          <p:cNvCxnSpPr>
            <a:cxnSpLocks/>
          </p:cNvCxnSpPr>
          <p:nvPr userDrawn="1"/>
        </p:nvCxnSpPr>
        <p:spPr>
          <a:xfrm>
            <a:off x="2692398" y="3505200"/>
            <a:ext cx="6815669" cy="0"/>
          </a:xfrm>
          <a:prstGeom prst="line">
            <a:avLst/>
          </a:prstGeom>
          <a:ln w="12700">
            <a:gradFill flip="none" rotWithShape="1">
              <a:gsLst>
                <a:gs pos="59000">
                  <a:schemeClr val="bg1">
                    <a:alpha val="21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678469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5" name="内容占位符 2">
            <a:extLst>
              <a:ext uri="{FF2B5EF4-FFF2-40B4-BE49-F238E27FC236}">
                <a16:creationId xmlns:a16="http://schemas.microsoft.com/office/drawing/2014/main" id="{4CDCAD84-E465-486F-85C0-B8CA0688ED29}"/>
              </a:ext>
            </a:extLst>
          </p:cNvPr>
          <p:cNvSpPr>
            <a:spLocks noGrp="1"/>
          </p:cNvSpPr>
          <p:nvPr>
            <p:ph idx="1" hasCustomPrompt="1"/>
          </p:nvPr>
        </p:nvSpPr>
        <p:spPr>
          <a:xfrm>
            <a:off x="720000" y="900000"/>
            <a:ext cx="10751844" cy="5237998"/>
          </a:xfrm>
          <a:prstGeom prst="rect">
            <a:avLst/>
          </a:prstGeom>
        </p:spPr>
        <p:txBody>
          <a:bodyPr/>
          <a:lstStyle>
            <a:lvl1pPr marL="0" marR="0" indent="0" algn="l" defTabSz="457200" rtl="0" eaLnBrk="1" fontAlgn="auto" latinLnBrk="0" hangingPunct="1">
              <a:lnSpc>
                <a:spcPct val="150000"/>
              </a:lnSpc>
              <a:spcBef>
                <a:spcPts val="0"/>
              </a:spcBef>
              <a:spcAft>
                <a:spcPts val="0"/>
              </a:spcAft>
              <a:buClr>
                <a:schemeClr val="accent1"/>
              </a:buClr>
              <a:buSzPct val="115000"/>
              <a:buFontTx/>
              <a:buNone/>
              <a:tabLst/>
              <a:defRPr sz="2400" b="1">
                <a:latin typeface="微软雅黑" panose="020B0503020204020204" pitchFamily="34" charset="-122"/>
                <a:ea typeface="微软雅黑" panose="020B0503020204020204" pitchFamily="34" charset="-122"/>
              </a:defRPr>
            </a:lvl1pPr>
            <a:lvl2pPr marL="457200" indent="0">
              <a:lnSpc>
                <a:spcPct val="150000"/>
              </a:lnSpc>
              <a:spcBef>
                <a:spcPts val="0"/>
              </a:spcBef>
              <a:spcAft>
                <a:spcPts val="0"/>
              </a:spcAft>
              <a:buFontTx/>
              <a:buNone/>
              <a:defRPr sz="2000" b="1">
                <a:latin typeface="微软雅黑" panose="020B0503020204020204" pitchFamily="34" charset="-122"/>
                <a:ea typeface="微软雅黑" panose="020B0503020204020204" pitchFamily="34" charset="-122"/>
              </a:defRPr>
            </a:lvl2pPr>
            <a:lvl3pPr marL="914400" indent="0">
              <a:lnSpc>
                <a:spcPct val="150000"/>
              </a:lnSpc>
              <a:spcBef>
                <a:spcPts val="0"/>
              </a:spcBef>
              <a:spcAft>
                <a:spcPts val="0"/>
              </a:spcAft>
              <a:buFontTx/>
              <a:buNone/>
              <a:defRPr sz="1800" b="1">
                <a:latin typeface="微软雅黑" panose="020B0503020204020204" pitchFamily="34" charset="-122"/>
                <a:ea typeface="微软雅黑" panose="020B0503020204020204" pitchFamily="34" charset="-122"/>
              </a:defRPr>
            </a:lvl3pPr>
            <a:lvl4pPr marL="1371600" indent="0">
              <a:lnSpc>
                <a:spcPct val="150000"/>
              </a:lnSpc>
              <a:spcBef>
                <a:spcPts val="0"/>
              </a:spcBef>
              <a:spcAft>
                <a:spcPts val="0"/>
              </a:spcAft>
              <a:buFontTx/>
              <a:buNone/>
              <a:defRPr sz="1600" b="1">
                <a:latin typeface="微软雅黑" panose="020B0503020204020204" pitchFamily="34" charset="-122"/>
                <a:ea typeface="微软雅黑" panose="020B0503020204020204" pitchFamily="34" charset="-122"/>
              </a:defRPr>
            </a:lvl4pPr>
            <a:lvl5pPr marL="1828800" marR="0" indent="0" algn="l" defTabSz="457200" rtl="0" eaLnBrk="1" fontAlgn="auto" latinLnBrk="0" hangingPunct="1">
              <a:lnSpc>
                <a:spcPct val="150000"/>
              </a:lnSpc>
              <a:spcBef>
                <a:spcPts val="0"/>
              </a:spcBef>
              <a:spcAft>
                <a:spcPts val="0"/>
              </a:spcAft>
              <a:buClr>
                <a:schemeClr val="accent1"/>
              </a:buClr>
              <a:buSzPct val="115000"/>
              <a:buFontTx/>
              <a:buNone/>
              <a:tabLst/>
              <a:defRPr sz="1400" b="1">
                <a:latin typeface="微软雅黑" panose="020B0503020204020204" pitchFamily="34" charset="-122"/>
                <a:ea typeface="微软雅黑" panose="020B0503020204020204" pitchFamily="34" charset="-122"/>
              </a:defRPr>
            </a:lvl5pPr>
          </a:lstStyle>
          <a:p>
            <a:pPr lvl="0"/>
            <a:r>
              <a:rPr lang="zh-CN" altLang="en-US" dirty="0"/>
              <a:t>单击此处添加正文</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7" name="标题 1">
            <a:extLst>
              <a:ext uri="{FF2B5EF4-FFF2-40B4-BE49-F238E27FC236}">
                <a16:creationId xmlns:a16="http://schemas.microsoft.com/office/drawing/2014/main" id="{A8E36B22-94F4-4875-8A46-5B092EAFACD4}"/>
              </a:ext>
            </a:extLst>
          </p:cNvPr>
          <p:cNvSpPr>
            <a:spLocks noGrp="1"/>
          </p:cNvSpPr>
          <p:nvPr>
            <p:ph type="title" hasCustomPrompt="1"/>
          </p:nvPr>
        </p:nvSpPr>
        <p:spPr>
          <a:xfrm>
            <a:off x="0" y="0"/>
            <a:ext cx="12192000" cy="900000"/>
          </a:xfrm>
          <a:prstGeom prst="rect">
            <a:avLst/>
          </a:prstGeom>
        </p:spPr>
        <p:txBody>
          <a:bodyPr anchor="ctr"/>
          <a:lstStyle>
            <a:lvl1pPr marL="0" indent="0" algn="ctr">
              <a:buFont typeface="Wingdings" panose="05000000000000000000" pitchFamily="2" charset="2"/>
              <a:buNone/>
              <a:defRPr lang="zh-CN" altLang="en-US" sz="2800" b="1" kern="1200" cap="none" dirty="0">
                <a:ln w="3175" cmpd="sng">
                  <a:noFill/>
                </a:ln>
                <a:solidFill>
                  <a:schemeClr val="bg1"/>
                </a:solidFill>
                <a:effectLst>
                  <a:glow rad="88900">
                    <a:srgbClr val="073780">
                      <a:alpha val="58000"/>
                    </a:srgbClr>
                  </a:glow>
                </a:effectLst>
                <a:latin typeface="微软雅黑" panose="020B0503020204020204" pitchFamily="34" charset="-122"/>
                <a:ea typeface="微软雅黑" panose="020B0503020204020204" pitchFamily="34" charset="-122"/>
                <a:cs typeface="+mj-cs"/>
              </a:defRPr>
            </a:lvl1pPr>
          </a:lstStyle>
          <a:p>
            <a:r>
              <a:rPr lang="zh-CN" altLang="en-US" dirty="0"/>
              <a:t>单击此处添加标题</a:t>
            </a:r>
            <a:endParaRPr lang="en-US" dirty="0"/>
          </a:p>
        </p:txBody>
      </p:sp>
      <p:cxnSp>
        <p:nvCxnSpPr>
          <p:cNvPr id="7" name="直接连接符 6">
            <a:extLst>
              <a:ext uri="{FF2B5EF4-FFF2-40B4-BE49-F238E27FC236}">
                <a16:creationId xmlns:a16="http://schemas.microsoft.com/office/drawing/2014/main" id="{2E0F09CF-38EF-40AF-8852-E6AA05DD2C4C}"/>
              </a:ext>
            </a:extLst>
          </p:cNvPr>
          <p:cNvCxnSpPr/>
          <p:nvPr userDrawn="1"/>
        </p:nvCxnSpPr>
        <p:spPr>
          <a:xfrm>
            <a:off x="0" y="900000"/>
            <a:ext cx="11273869" cy="0"/>
          </a:xfrm>
          <a:prstGeom prst="line">
            <a:avLst/>
          </a:prstGeom>
          <a:ln w="12700">
            <a:gradFill flip="none" rotWithShape="1">
              <a:gsLst>
                <a:gs pos="60000">
                  <a:schemeClr val="bg1">
                    <a:alpha val="40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4E725819-6F84-4DA7-A045-AF9FEFD8BDE3}"/>
              </a:ext>
            </a:extLst>
          </p:cNvPr>
          <p:cNvGrpSpPr/>
          <p:nvPr userDrawn="1"/>
        </p:nvGrpSpPr>
        <p:grpSpPr>
          <a:xfrm>
            <a:off x="0" y="759581"/>
            <a:ext cx="5800195" cy="78378"/>
            <a:chOff x="-1" y="759581"/>
            <a:chExt cx="5800195" cy="78378"/>
          </a:xfrm>
        </p:grpSpPr>
        <p:sp>
          <p:nvSpPr>
            <p:cNvPr id="9" name="任意多边形 41">
              <a:extLst>
                <a:ext uri="{FF2B5EF4-FFF2-40B4-BE49-F238E27FC236}">
                  <a16:creationId xmlns:a16="http://schemas.microsoft.com/office/drawing/2014/main" id="{9E81EAE9-575A-411E-ACBB-AB8DB96140AB}"/>
                </a:ext>
              </a:extLst>
            </p:cNvPr>
            <p:cNvSpPr/>
            <p:nvPr/>
          </p:nvSpPr>
          <p:spPr>
            <a:xfrm flipV="1">
              <a:off x="-1" y="759581"/>
              <a:ext cx="2052000" cy="78378"/>
            </a:xfrm>
            <a:custGeom>
              <a:avLst/>
              <a:gdLst>
                <a:gd name="connsiteX0" fmla="*/ 1585578 w 1713495"/>
                <a:gd name="connsiteY0" fmla="*/ 78378 h 78378"/>
                <a:gd name="connsiteX1" fmla="*/ 0 w 1713495"/>
                <a:gd name="connsiteY1" fmla="*/ 78378 h 78378"/>
                <a:gd name="connsiteX2" fmla="*/ 0 w 1713495"/>
                <a:gd name="connsiteY2" fmla="*/ 0 h 78378"/>
                <a:gd name="connsiteX3" fmla="*/ 1713495 w 1713495"/>
                <a:gd name="connsiteY3" fmla="*/ 0 h 78378"/>
              </a:gdLst>
              <a:ahLst/>
              <a:cxnLst>
                <a:cxn ang="0">
                  <a:pos x="connsiteX0" y="connsiteY0"/>
                </a:cxn>
                <a:cxn ang="0">
                  <a:pos x="connsiteX1" y="connsiteY1"/>
                </a:cxn>
                <a:cxn ang="0">
                  <a:pos x="connsiteX2" y="connsiteY2"/>
                </a:cxn>
                <a:cxn ang="0">
                  <a:pos x="connsiteX3" y="connsiteY3"/>
                </a:cxn>
              </a:cxnLst>
              <a:rect l="l" t="t" r="r" b="b"/>
              <a:pathLst>
                <a:path w="1713495" h="78378">
                  <a:moveTo>
                    <a:pt x="1585578" y="78378"/>
                  </a:moveTo>
                  <a:lnTo>
                    <a:pt x="0" y="78378"/>
                  </a:lnTo>
                  <a:lnTo>
                    <a:pt x="0" y="0"/>
                  </a:lnTo>
                  <a:lnTo>
                    <a:pt x="1713495" y="0"/>
                  </a:lnTo>
                  <a:close/>
                </a:path>
              </a:pathLst>
            </a:custGeom>
            <a:solidFill>
              <a:srgbClr val="61D6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a:extLst>
                <a:ext uri="{FF2B5EF4-FFF2-40B4-BE49-F238E27FC236}">
                  <a16:creationId xmlns:a16="http://schemas.microsoft.com/office/drawing/2014/main" id="{C33C9AF3-5E2C-4CED-9B65-BB1F009F74CA}"/>
                </a:ext>
              </a:extLst>
            </p:cNvPr>
            <p:cNvSpPr/>
            <p:nvPr/>
          </p:nvSpPr>
          <p:spPr>
            <a:xfrm flipV="1">
              <a:off x="2017888" y="759581"/>
              <a:ext cx="1488141" cy="78378"/>
            </a:xfrm>
            <a:prstGeom prst="parallelogram">
              <a:avLst>
                <a:gd name="adj" fmla="val 163205"/>
              </a:avLst>
            </a:prstGeom>
            <a:solidFill>
              <a:srgbClr val="61D6F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平行四边形 10">
              <a:extLst>
                <a:ext uri="{FF2B5EF4-FFF2-40B4-BE49-F238E27FC236}">
                  <a16:creationId xmlns:a16="http://schemas.microsoft.com/office/drawing/2014/main" id="{11923961-9316-450E-8E0C-6159462127C6}"/>
                </a:ext>
              </a:extLst>
            </p:cNvPr>
            <p:cNvSpPr/>
            <p:nvPr/>
          </p:nvSpPr>
          <p:spPr>
            <a:xfrm flipV="1">
              <a:off x="3480184" y="759581"/>
              <a:ext cx="1033430" cy="78378"/>
            </a:xfrm>
            <a:prstGeom prst="parallelogram">
              <a:avLst>
                <a:gd name="adj" fmla="val 163205"/>
              </a:avLst>
            </a:prstGeom>
            <a:solidFill>
              <a:srgbClr val="61D6FE">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平行四边形 11">
              <a:extLst>
                <a:ext uri="{FF2B5EF4-FFF2-40B4-BE49-F238E27FC236}">
                  <a16:creationId xmlns:a16="http://schemas.microsoft.com/office/drawing/2014/main" id="{26317C85-12BB-4EC9-8CD4-FE3D7DB6AB10}"/>
                </a:ext>
              </a:extLst>
            </p:cNvPr>
            <p:cNvSpPr/>
            <p:nvPr/>
          </p:nvSpPr>
          <p:spPr>
            <a:xfrm flipV="1">
              <a:off x="4487765" y="759581"/>
              <a:ext cx="454710" cy="78378"/>
            </a:xfrm>
            <a:prstGeom prst="parallelogram">
              <a:avLst>
                <a:gd name="adj" fmla="val 163205"/>
              </a:avLst>
            </a:prstGeom>
            <a:solidFill>
              <a:srgbClr val="61D6F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a:extLst>
                <a:ext uri="{FF2B5EF4-FFF2-40B4-BE49-F238E27FC236}">
                  <a16:creationId xmlns:a16="http://schemas.microsoft.com/office/drawing/2014/main" id="{4EC1B1CD-714D-4D4C-AA93-7517ADCCDF65}"/>
                </a:ext>
              </a:extLst>
            </p:cNvPr>
            <p:cNvSpPr/>
            <p:nvPr/>
          </p:nvSpPr>
          <p:spPr>
            <a:xfrm flipV="1">
              <a:off x="4916628" y="759581"/>
              <a:ext cx="454710" cy="78378"/>
            </a:xfrm>
            <a:prstGeom prst="parallelogram">
              <a:avLst>
                <a:gd name="adj" fmla="val 163205"/>
              </a:avLst>
            </a:prstGeom>
            <a:solidFill>
              <a:srgbClr val="61D6F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a:extLst>
                <a:ext uri="{FF2B5EF4-FFF2-40B4-BE49-F238E27FC236}">
                  <a16:creationId xmlns:a16="http://schemas.microsoft.com/office/drawing/2014/main" id="{4E566B63-83F1-4353-B6DA-291D2A2431AE}"/>
                </a:ext>
              </a:extLst>
            </p:cNvPr>
            <p:cNvSpPr/>
            <p:nvPr/>
          </p:nvSpPr>
          <p:spPr>
            <a:xfrm flipV="1">
              <a:off x="5345484" y="759581"/>
              <a:ext cx="454710" cy="78378"/>
            </a:xfrm>
            <a:prstGeom prst="parallelogram">
              <a:avLst>
                <a:gd name="adj" fmla="val 163205"/>
              </a:avLst>
            </a:prstGeom>
            <a:solidFill>
              <a:srgbClr val="61D6F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9292872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5E28B1FC-3605-4CC3-A226-94C02D2641C3}"/>
              </a:ext>
            </a:extLst>
          </p:cNvPr>
          <p:cNvSpPr>
            <a:spLocks noGrp="1"/>
          </p:cNvSpPr>
          <p:nvPr>
            <p:ph type="title" hasCustomPrompt="1"/>
          </p:nvPr>
        </p:nvSpPr>
        <p:spPr>
          <a:xfrm>
            <a:off x="0" y="0"/>
            <a:ext cx="12192000" cy="900000"/>
          </a:xfrm>
          <a:prstGeom prst="rect">
            <a:avLst/>
          </a:prstGeom>
        </p:spPr>
        <p:txBody>
          <a:bodyPr anchor="ctr"/>
          <a:lstStyle>
            <a:lvl1pPr marL="0" indent="0" algn="ctr">
              <a:buFont typeface="Wingdings" panose="05000000000000000000" pitchFamily="2" charset="2"/>
              <a:buNone/>
              <a:defRPr lang="zh-CN" altLang="en-US" sz="2800" b="1" kern="1200" cap="none" dirty="0">
                <a:ln w="3175" cmpd="sng">
                  <a:noFill/>
                </a:ln>
                <a:solidFill>
                  <a:schemeClr val="bg1"/>
                </a:solidFill>
                <a:effectLst>
                  <a:glow rad="88900">
                    <a:srgbClr val="073780">
                      <a:alpha val="58000"/>
                    </a:srgbClr>
                  </a:glow>
                </a:effectLst>
                <a:latin typeface="微软雅黑" panose="020B0503020204020204" pitchFamily="34" charset="-122"/>
                <a:ea typeface="微软雅黑" panose="020B0503020204020204" pitchFamily="34" charset="-122"/>
                <a:cs typeface="+mj-cs"/>
              </a:defRPr>
            </a:lvl1pPr>
          </a:lstStyle>
          <a:p>
            <a:r>
              <a:rPr lang="zh-CN" altLang="en-US" dirty="0"/>
              <a:t>单击此处添加标题</a:t>
            </a:r>
            <a:endParaRPr lang="en-US" dirty="0"/>
          </a:p>
        </p:txBody>
      </p:sp>
      <p:cxnSp>
        <p:nvCxnSpPr>
          <p:cNvPr id="6" name="直接连接符 5">
            <a:extLst>
              <a:ext uri="{FF2B5EF4-FFF2-40B4-BE49-F238E27FC236}">
                <a16:creationId xmlns:a16="http://schemas.microsoft.com/office/drawing/2014/main" id="{8A153692-77AD-465A-A07A-1F236B045846}"/>
              </a:ext>
            </a:extLst>
          </p:cNvPr>
          <p:cNvCxnSpPr/>
          <p:nvPr userDrawn="1"/>
        </p:nvCxnSpPr>
        <p:spPr>
          <a:xfrm>
            <a:off x="0" y="900000"/>
            <a:ext cx="11273869" cy="0"/>
          </a:xfrm>
          <a:prstGeom prst="line">
            <a:avLst/>
          </a:prstGeom>
          <a:ln w="12700">
            <a:gradFill flip="none" rotWithShape="1">
              <a:gsLst>
                <a:gs pos="60000">
                  <a:schemeClr val="bg1">
                    <a:alpha val="40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7" name="组合 6">
            <a:extLst>
              <a:ext uri="{FF2B5EF4-FFF2-40B4-BE49-F238E27FC236}">
                <a16:creationId xmlns:a16="http://schemas.microsoft.com/office/drawing/2014/main" id="{1A30A995-568B-4288-A1AE-69EE8DAF081C}"/>
              </a:ext>
            </a:extLst>
          </p:cNvPr>
          <p:cNvGrpSpPr/>
          <p:nvPr userDrawn="1"/>
        </p:nvGrpSpPr>
        <p:grpSpPr>
          <a:xfrm>
            <a:off x="0" y="759581"/>
            <a:ext cx="5800195" cy="78378"/>
            <a:chOff x="-1" y="759581"/>
            <a:chExt cx="5800195" cy="78378"/>
          </a:xfrm>
        </p:grpSpPr>
        <p:sp>
          <p:nvSpPr>
            <p:cNvPr id="8" name="任意多边形 41">
              <a:extLst>
                <a:ext uri="{FF2B5EF4-FFF2-40B4-BE49-F238E27FC236}">
                  <a16:creationId xmlns:a16="http://schemas.microsoft.com/office/drawing/2014/main" id="{548C9EB0-9642-44C5-B2B7-07F802F76B58}"/>
                </a:ext>
              </a:extLst>
            </p:cNvPr>
            <p:cNvSpPr/>
            <p:nvPr/>
          </p:nvSpPr>
          <p:spPr>
            <a:xfrm flipV="1">
              <a:off x="-1" y="759581"/>
              <a:ext cx="2052000" cy="78378"/>
            </a:xfrm>
            <a:custGeom>
              <a:avLst/>
              <a:gdLst>
                <a:gd name="connsiteX0" fmla="*/ 1585578 w 1713495"/>
                <a:gd name="connsiteY0" fmla="*/ 78378 h 78378"/>
                <a:gd name="connsiteX1" fmla="*/ 0 w 1713495"/>
                <a:gd name="connsiteY1" fmla="*/ 78378 h 78378"/>
                <a:gd name="connsiteX2" fmla="*/ 0 w 1713495"/>
                <a:gd name="connsiteY2" fmla="*/ 0 h 78378"/>
                <a:gd name="connsiteX3" fmla="*/ 1713495 w 1713495"/>
                <a:gd name="connsiteY3" fmla="*/ 0 h 78378"/>
              </a:gdLst>
              <a:ahLst/>
              <a:cxnLst>
                <a:cxn ang="0">
                  <a:pos x="connsiteX0" y="connsiteY0"/>
                </a:cxn>
                <a:cxn ang="0">
                  <a:pos x="connsiteX1" y="connsiteY1"/>
                </a:cxn>
                <a:cxn ang="0">
                  <a:pos x="connsiteX2" y="connsiteY2"/>
                </a:cxn>
                <a:cxn ang="0">
                  <a:pos x="connsiteX3" y="connsiteY3"/>
                </a:cxn>
              </a:cxnLst>
              <a:rect l="l" t="t" r="r" b="b"/>
              <a:pathLst>
                <a:path w="1713495" h="78378">
                  <a:moveTo>
                    <a:pt x="1585578" y="78378"/>
                  </a:moveTo>
                  <a:lnTo>
                    <a:pt x="0" y="78378"/>
                  </a:lnTo>
                  <a:lnTo>
                    <a:pt x="0" y="0"/>
                  </a:lnTo>
                  <a:lnTo>
                    <a:pt x="1713495" y="0"/>
                  </a:lnTo>
                  <a:close/>
                </a:path>
              </a:pathLst>
            </a:custGeom>
            <a:solidFill>
              <a:srgbClr val="61D6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a:extLst>
                <a:ext uri="{FF2B5EF4-FFF2-40B4-BE49-F238E27FC236}">
                  <a16:creationId xmlns:a16="http://schemas.microsoft.com/office/drawing/2014/main" id="{19E95DC8-161D-40C4-9683-31996CC1D0AF}"/>
                </a:ext>
              </a:extLst>
            </p:cNvPr>
            <p:cNvSpPr/>
            <p:nvPr/>
          </p:nvSpPr>
          <p:spPr>
            <a:xfrm flipV="1">
              <a:off x="2017888" y="759581"/>
              <a:ext cx="1488141" cy="78378"/>
            </a:xfrm>
            <a:prstGeom prst="parallelogram">
              <a:avLst>
                <a:gd name="adj" fmla="val 163205"/>
              </a:avLst>
            </a:prstGeom>
            <a:solidFill>
              <a:srgbClr val="61D6F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a:extLst>
                <a:ext uri="{FF2B5EF4-FFF2-40B4-BE49-F238E27FC236}">
                  <a16:creationId xmlns:a16="http://schemas.microsoft.com/office/drawing/2014/main" id="{1F05C3C9-12CA-416C-9887-3B295CCCFB74}"/>
                </a:ext>
              </a:extLst>
            </p:cNvPr>
            <p:cNvSpPr/>
            <p:nvPr/>
          </p:nvSpPr>
          <p:spPr>
            <a:xfrm flipV="1">
              <a:off x="3480184" y="759581"/>
              <a:ext cx="1033430" cy="78378"/>
            </a:xfrm>
            <a:prstGeom prst="parallelogram">
              <a:avLst>
                <a:gd name="adj" fmla="val 163205"/>
              </a:avLst>
            </a:prstGeom>
            <a:solidFill>
              <a:srgbClr val="61D6FE">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平行四边形 10">
              <a:extLst>
                <a:ext uri="{FF2B5EF4-FFF2-40B4-BE49-F238E27FC236}">
                  <a16:creationId xmlns:a16="http://schemas.microsoft.com/office/drawing/2014/main" id="{F7FFC115-1EE8-42CC-B656-23881B4B180E}"/>
                </a:ext>
              </a:extLst>
            </p:cNvPr>
            <p:cNvSpPr/>
            <p:nvPr/>
          </p:nvSpPr>
          <p:spPr>
            <a:xfrm flipV="1">
              <a:off x="4487765" y="759581"/>
              <a:ext cx="454710" cy="78378"/>
            </a:xfrm>
            <a:prstGeom prst="parallelogram">
              <a:avLst>
                <a:gd name="adj" fmla="val 163205"/>
              </a:avLst>
            </a:prstGeom>
            <a:solidFill>
              <a:srgbClr val="61D6F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平行四边形 11">
              <a:extLst>
                <a:ext uri="{FF2B5EF4-FFF2-40B4-BE49-F238E27FC236}">
                  <a16:creationId xmlns:a16="http://schemas.microsoft.com/office/drawing/2014/main" id="{0214CFBE-9CFB-4E8F-ACC6-A52DE709F3F1}"/>
                </a:ext>
              </a:extLst>
            </p:cNvPr>
            <p:cNvSpPr/>
            <p:nvPr/>
          </p:nvSpPr>
          <p:spPr>
            <a:xfrm flipV="1">
              <a:off x="4916628" y="759581"/>
              <a:ext cx="454710" cy="78378"/>
            </a:xfrm>
            <a:prstGeom prst="parallelogram">
              <a:avLst>
                <a:gd name="adj" fmla="val 163205"/>
              </a:avLst>
            </a:prstGeom>
            <a:solidFill>
              <a:srgbClr val="61D6F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a:extLst>
                <a:ext uri="{FF2B5EF4-FFF2-40B4-BE49-F238E27FC236}">
                  <a16:creationId xmlns:a16="http://schemas.microsoft.com/office/drawing/2014/main" id="{898DDCA7-1785-41D9-A6F9-240A9B2251D5}"/>
                </a:ext>
              </a:extLst>
            </p:cNvPr>
            <p:cNvSpPr/>
            <p:nvPr/>
          </p:nvSpPr>
          <p:spPr>
            <a:xfrm flipV="1">
              <a:off x="5345484" y="759581"/>
              <a:ext cx="454710" cy="78378"/>
            </a:xfrm>
            <a:prstGeom prst="parallelogram">
              <a:avLst>
                <a:gd name="adj" fmla="val 163205"/>
              </a:avLst>
            </a:prstGeom>
            <a:solidFill>
              <a:srgbClr val="61D6F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57316799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5404091"/>
      </p:ext>
    </p:extLst>
  </p:cSld>
  <p:clrMap bg1="lt1" tx1="dk1" bg2="lt2" tx2="dk2" accent1="accent1" accent2="accent2" accent3="accent3" accent4="accent4" accent5="accent5" accent6="accent6" hlink="hlink" folHlink="folHlink"/>
  <p:sldLayoutIdLst>
    <p:sldLayoutId id="2147484302" r:id="rId1"/>
    <p:sldLayoutId id="2147484303" r:id="rId2"/>
    <p:sldLayoutId id="2147484308" r:id="rId3"/>
  </p:sldLayoutIdLst>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hf sldNum="0" hdr="0" ftr="0" dt="0"/>
  <p:txStyles>
    <p:titleStyle>
      <a:lvl1pPr algn="ctr" defTabSz="457200" rtl="0" eaLnBrk="1" latinLnBrk="0" hangingPunct="1">
        <a:spcBef>
          <a:spcPct val="0"/>
        </a:spcBef>
        <a:buNone/>
        <a:defRPr sz="3600" kern="1200" cap="none">
          <a:ln w="3175" cmpd="sng">
            <a:noFill/>
          </a:ln>
          <a:solidFill>
            <a:schemeClr val="bg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457200" rtl="0" eaLnBrk="1" latinLnBrk="0" hangingPunct="1">
        <a:spcBef>
          <a:spcPct val="20000"/>
        </a:spcBef>
        <a:spcAft>
          <a:spcPts val="600"/>
        </a:spcAft>
        <a:buClr>
          <a:schemeClr val="accent1"/>
        </a:buClr>
        <a:buSzPct val="115000"/>
        <a:buFont typeface="Arial"/>
        <a:buNone/>
        <a:defRPr sz="2800" kern="1200" cap="none">
          <a:solidFill>
            <a:schemeClr val="bg1"/>
          </a:solidFill>
          <a:effectLst/>
          <a:latin typeface="+mn-lt"/>
          <a:ea typeface="+mn-ea"/>
          <a:cs typeface="+mn-cs"/>
        </a:defRPr>
      </a:lvl1pPr>
      <a:lvl2pPr marL="457200" indent="0" algn="l" defTabSz="457200" rtl="0" eaLnBrk="1" latinLnBrk="0" hangingPunct="1">
        <a:spcBef>
          <a:spcPct val="20000"/>
        </a:spcBef>
        <a:spcAft>
          <a:spcPts val="600"/>
        </a:spcAft>
        <a:buClr>
          <a:schemeClr val="accent1"/>
        </a:buClr>
        <a:buSzPct val="115000"/>
        <a:buFont typeface="Arial"/>
        <a:buNone/>
        <a:defRPr sz="2400" kern="1200" cap="none">
          <a:solidFill>
            <a:schemeClr val="bg1"/>
          </a:solidFill>
          <a:effectLst/>
          <a:latin typeface="+mn-lt"/>
          <a:ea typeface="+mn-ea"/>
          <a:cs typeface="+mn-cs"/>
        </a:defRPr>
      </a:lvl2pPr>
      <a:lvl3pPr marL="914400" indent="0" algn="l" defTabSz="457200" rtl="0" eaLnBrk="1" latinLnBrk="0" hangingPunct="1">
        <a:spcBef>
          <a:spcPct val="20000"/>
        </a:spcBef>
        <a:spcAft>
          <a:spcPts val="600"/>
        </a:spcAft>
        <a:buClr>
          <a:schemeClr val="accent1"/>
        </a:buClr>
        <a:buSzPct val="115000"/>
        <a:buFont typeface="Arial"/>
        <a:buNone/>
        <a:defRPr sz="2000" kern="1200" cap="none">
          <a:solidFill>
            <a:schemeClr val="bg1"/>
          </a:solidFill>
          <a:effectLst/>
          <a:latin typeface="+mn-lt"/>
          <a:ea typeface="+mn-ea"/>
          <a:cs typeface="+mn-cs"/>
        </a:defRPr>
      </a:lvl3pPr>
      <a:lvl4pPr marL="1371600" indent="0" algn="l" defTabSz="457200" rtl="0" eaLnBrk="1" latinLnBrk="0" hangingPunct="1">
        <a:spcBef>
          <a:spcPct val="20000"/>
        </a:spcBef>
        <a:spcAft>
          <a:spcPts val="600"/>
        </a:spcAft>
        <a:buClr>
          <a:schemeClr val="accent1"/>
        </a:buClr>
        <a:buSzPct val="115000"/>
        <a:buFont typeface="Arial"/>
        <a:buNone/>
        <a:defRPr sz="1800" kern="1200" cap="none">
          <a:solidFill>
            <a:schemeClr val="bg1"/>
          </a:solidFill>
          <a:effectLst/>
          <a:latin typeface="+mn-lt"/>
          <a:ea typeface="+mn-ea"/>
          <a:cs typeface="+mn-cs"/>
        </a:defRPr>
      </a:lvl4pPr>
      <a:lvl5pPr marL="1828800" indent="0" algn="l" defTabSz="457200" rtl="0" eaLnBrk="1" latinLnBrk="0" hangingPunct="1">
        <a:spcBef>
          <a:spcPct val="20000"/>
        </a:spcBef>
        <a:spcAft>
          <a:spcPts val="600"/>
        </a:spcAft>
        <a:buClr>
          <a:schemeClr val="accent1"/>
        </a:buClr>
        <a:buSzPct val="115000"/>
        <a:buFont typeface="Arial"/>
        <a:buNone/>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标题 25">
            <a:extLst>
              <a:ext uri="{FF2B5EF4-FFF2-40B4-BE49-F238E27FC236}">
                <a16:creationId xmlns:a16="http://schemas.microsoft.com/office/drawing/2014/main" id="{6DBCB7D3-3664-448E-8AFB-2F9803AB2839}"/>
              </a:ext>
            </a:extLst>
          </p:cNvPr>
          <p:cNvSpPr>
            <a:spLocks noGrp="1"/>
          </p:cNvSpPr>
          <p:nvPr>
            <p:ph type="title"/>
          </p:nvPr>
        </p:nvSpPr>
        <p:spPr>
          <a:prstGeom prst="rect">
            <a:avLst/>
          </a:prstGeom>
        </p:spPr>
        <p:txBody>
          <a:bodyPr/>
          <a:lstStyle/>
          <a:p>
            <a:r>
              <a:rPr lang="zh-CN" altLang="en-US"/>
              <a:t>第七章 语法分析</a:t>
            </a:r>
            <a:endParaRPr lang="zh-CN" altLang="en-US" dirty="0"/>
          </a:p>
        </p:txBody>
      </p:sp>
      <p:grpSp>
        <p:nvGrpSpPr>
          <p:cNvPr id="5" name="组合 4">
            <a:extLst>
              <a:ext uri="{FF2B5EF4-FFF2-40B4-BE49-F238E27FC236}">
                <a16:creationId xmlns:a16="http://schemas.microsoft.com/office/drawing/2014/main" id="{5A6E4869-161E-4E0A-87C0-52C9CF42DC82}"/>
              </a:ext>
            </a:extLst>
          </p:cNvPr>
          <p:cNvGrpSpPr>
            <a:grpSpLocks noChangeAspect="1"/>
          </p:cNvGrpSpPr>
          <p:nvPr/>
        </p:nvGrpSpPr>
        <p:grpSpPr>
          <a:xfrm>
            <a:off x="2984433" y="1638300"/>
            <a:ext cx="6223134" cy="3581400"/>
            <a:chOff x="1449652" y="2320203"/>
            <a:chExt cx="4724869" cy="2719152"/>
          </a:xfrm>
        </p:grpSpPr>
        <p:grpSp>
          <p:nvGrpSpPr>
            <p:cNvPr id="6" name="Group 78" descr="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
              <a:extLst>
                <a:ext uri="{FF2B5EF4-FFF2-40B4-BE49-F238E27FC236}">
                  <a16:creationId xmlns:a16="http://schemas.microsoft.com/office/drawing/2014/main" id="{6B464E78-0213-4258-9BA3-F024CB4694A2}"/>
                </a:ext>
              </a:extLst>
            </p:cNvPr>
            <p:cNvGrpSpPr/>
            <p:nvPr/>
          </p:nvGrpSpPr>
          <p:grpSpPr>
            <a:xfrm>
              <a:off x="1449652" y="2320203"/>
              <a:ext cx="4724869" cy="2719152"/>
              <a:chOff x="8440747" y="4796156"/>
              <a:chExt cx="2786063" cy="1603375"/>
            </a:xfrm>
          </p:grpSpPr>
          <p:sp>
            <p:nvSpPr>
              <p:cNvPr id="11" name="Freeform 45">
                <a:extLst>
                  <a:ext uri="{FF2B5EF4-FFF2-40B4-BE49-F238E27FC236}">
                    <a16:creationId xmlns:a16="http://schemas.microsoft.com/office/drawing/2014/main" id="{0AAF4C99-21B1-4C65-9170-DBB9F406EE6F}"/>
                  </a:ext>
                </a:extLst>
              </p:cNvPr>
              <p:cNvSpPr>
                <a:spLocks/>
              </p:cNvSpPr>
              <p:nvPr/>
            </p:nvSpPr>
            <p:spPr bwMode="auto">
              <a:xfrm>
                <a:off x="8440747" y="6337618"/>
                <a:ext cx="1403350" cy="61913"/>
              </a:xfrm>
              <a:custGeom>
                <a:avLst/>
                <a:gdLst>
                  <a:gd name="T0" fmla="*/ 0 w 885"/>
                  <a:gd name="T1" fmla="*/ 16 h 39"/>
                  <a:gd name="T2" fmla="*/ 78 w 885"/>
                  <a:gd name="T3" fmla="*/ 39 h 39"/>
                  <a:gd name="T4" fmla="*/ 885 w 885"/>
                  <a:gd name="T5" fmla="*/ 39 h 39"/>
                  <a:gd name="T6" fmla="*/ 885 w 885"/>
                  <a:gd name="T7" fmla="*/ 0 h 39"/>
                  <a:gd name="T8" fmla="*/ 0 w 885"/>
                  <a:gd name="T9" fmla="*/ 0 h 39"/>
                  <a:gd name="T10" fmla="*/ 0 w 885"/>
                  <a:gd name="T11" fmla="*/ 16 h 39"/>
                </a:gdLst>
                <a:ahLst/>
                <a:cxnLst>
                  <a:cxn ang="0">
                    <a:pos x="T0" y="T1"/>
                  </a:cxn>
                  <a:cxn ang="0">
                    <a:pos x="T2" y="T3"/>
                  </a:cxn>
                  <a:cxn ang="0">
                    <a:pos x="T4" y="T5"/>
                  </a:cxn>
                  <a:cxn ang="0">
                    <a:pos x="T6" y="T7"/>
                  </a:cxn>
                  <a:cxn ang="0">
                    <a:pos x="T8" y="T9"/>
                  </a:cxn>
                  <a:cxn ang="0">
                    <a:pos x="T10" y="T11"/>
                  </a:cxn>
                </a:cxnLst>
                <a:rect l="0" t="0" r="r" b="b"/>
                <a:pathLst>
                  <a:path w="885" h="39">
                    <a:moveTo>
                      <a:pt x="0" y="16"/>
                    </a:moveTo>
                    <a:cubicBezTo>
                      <a:pt x="0" y="23"/>
                      <a:pt x="30" y="39"/>
                      <a:pt x="78" y="39"/>
                    </a:cubicBezTo>
                    <a:cubicBezTo>
                      <a:pt x="126" y="39"/>
                      <a:pt x="885" y="39"/>
                      <a:pt x="885" y="39"/>
                    </a:cubicBezTo>
                    <a:cubicBezTo>
                      <a:pt x="885" y="0"/>
                      <a:pt x="885" y="0"/>
                      <a:pt x="885" y="0"/>
                    </a:cubicBezTo>
                    <a:cubicBezTo>
                      <a:pt x="0" y="0"/>
                      <a:pt x="0" y="0"/>
                      <a:pt x="0" y="0"/>
                    </a:cubicBezTo>
                    <a:lnTo>
                      <a:pt x="0" y="16"/>
                    </a:lnTo>
                    <a:close/>
                  </a:path>
                </a:pathLst>
              </a:custGeom>
              <a:solidFill>
                <a:srgbClr val="B3B4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sz="2400" b="1">
                  <a:solidFill>
                    <a:schemeClr val="bg1"/>
                  </a:solidFill>
                  <a:latin typeface="+mj-ea"/>
                  <a:ea typeface="+mj-ea"/>
                </a:endParaRPr>
              </a:p>
            </p:txBody>
          </p:sp>
          <p:sp>
            <p:nvSpPr>
              <p:cNvPr id="12" name="Freeform 46">
                <a:extLst>
                  <a:ext uri="{FF2B5EF4-FFF2-40B4-BE49-F238E27FC236}">
                    <a16:creationId xmlns:a16="http://schemas.microsoft.com/office/drawing/2014/main" id="{42F4E6CE-4F80-41FB-8539-E7049AA88C1E}"/>
                  </a:ext>
                </a:extLst>
              </p:cNvPr>
              <p:cNvSpPr>
                <a:spLocks/>
              </p:cNvSpPr>
              <p:nvPr/>
            </p:nvSpPr>
            <p:spPr bwMode="auto">
              <a:xfrm>
                <a:off x="9823459" y="6337618"/>
                <a:ext cx="1403350" cy="61913"/>
              </a:xfrm>
              <a:custGeom>
                <a:avLst/>
                <a:gdLst>
                  <a:gd name="T0" fmla="*/ 884 w 884"/>
                  <a:gd name="T1" fmla="*/ 16 h 39"/>
                  <a:gd name="T2" fmla="*/ 806 w 884"/>
                  <a:gd name="T3" fmla="*/ 39 h 39"/>
                  <a:gd name="T4" fmla="*/ 0 w 884"/>
                  <a:gd name="T5" fmla="*/ 39 h 39"/>
                  <a:gd name="T6" fmla="*/ 0 w 884"/>
                  <a:gd name="T7" fmla="*/ 0 h 39"/>
                  <a:gd name="T8" fmla="*/ 884 w 884"/>
                  <a:gd name="T9" fmla="*/ 0 h 39"/>
                  <a:gd name="T10" fmla="*/ 884 w 884"/>
                  <a:gd name="T11" fmla="*/ 16 h 39"/>
                </a:gdLst>
                <a:ahLst/>
                <a:cxnLst>
                  <a:cxn ang="0">
                    <a:pos x="T0" y="T1"/>
                  </a:cxn>
                  <a:cxn ang="0">
                    <a:pos x="T2" y="T3"/>
                  </a:cxn>
                  <a:cxn ang="0">
                    <a:pos x="T4" y="T5"/>
                  </a:cxn>
                  <a:cxn ang="0">
                    <a:pos x="T6" y="T7"/>
                  </a:cxn>
                  <a:cxn ang="0">
                    <a:pos x="T8" y="T9"/>
                  </a:cxn>
                  <a:cxn ang="0">
                    <a:pos x="T10" y="T11"/>
                  </a:cxn>
                </a:cxnLst>
                <a:rect l="0" t="0" r="r" b="b"/>
                <a:pathLst>
                  <a:path w="884" h="39">
                    <a:moveTo>
                      <a:pt x="884" y="16"/>
                    </a:moveTo>
                    <a:cubicBezTo>
                      <a:pt x="884" y="23"/>
                      <a:pt x="854" y="39"/>
                      <a:pt x="806" y="39"/>
                    </a:cubicBezTo>
                    <a:cubicBezTo>
                      <a:pt x="758" y="39"/>
                      <a:pt x="0" y="39"/>
                      <a:pt x="0" y="39"/>
                    </a:cubicBezTo>
                    <a:cubicBezTo>
                      <a:pt x="0" y="0"/>
                      <a:pt x="0" y="0"/>
                      <a:pt x="0" y="0"/>
                    </a:cubicBezTo>
                    <a:cubicBezTo>
                      <a:pt x="884" y="0"/>
                      <a:pt x="884" y="0"/>
                      <a:pt x="884" y="0"/>
                    </a:cubicBezTo>
                    <a:lnTo>
                      <a:pt x="884" y="16"/>
                    </a:lnTo>
                    <a:close/>
                  </a:path>
                </a:pathLst>
              </a:custGeom>
              <a:solidFill>
                <a:srgbClr val="B3B4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sz="2400" b="1">
                  <a:solidFill>
                    <a:schemeClr val="bg1"/>
                  </a:solidFill>
                  <a:latin typeface="+mj-ea"/>
                  <a:ea typeface="+mj-ea"/>
                </a:endParaRPr>
              </a:p>
            </p:txBody>
          </p:sp>
          <p:sp>
            <p:nvSpPr>
              <p:cNvPr id="13" name="Freeform 47">
                <a:extLst>
                  <a:ext uri="{FF2B5EF4-FFF2-40B4-BE49-F238E27FC236}">
                    <a16:creationId xmlns:a16="http://schemas.microsoft.com/office/drawing/2014/main" id="{CF1B1288-17F3-48AE-A6F4-F3DDDFC32338}"/>
                  </a:ext>
                </a:extLst>
              </p:cNvPr>
              <p:cNvSpPr>
                <a:spLocks/>
              </p:cNvSpPr>
              <p:nvPr/>
            </p:nvSpPr>
            <p:spPr bwMode="auto">
              <a:xfrm>
                <a:off x="8715384" y="4796156"/>
                <a:ext cx="2257425" cy="1546225"/>
              </a:xfrm>
              <a:custGeom>
                <a:avLst/>
                <a:gdLst>
                  <a:gd name="T0" fmla="*/ 1378 w 1423"/>
                  <a:gd name="T1" fmla="*/ 0 h 974"/>
                  <a:gd name="T2" fmla="*/ 45 w 1423"/>
                  <a:gd name="T3" fmla="*/ 0 h 974"/>
                  <a:gd name="T4" fmla="*/ 0 w 1423"/>
                  <a:gd name="T5" fmla="*/ 45 h 974"/>
                  <a:gd name="T6" fmla="*/ 0 w 1423"/>
                  <a:gd name="T7" fmla="*/ 218 h 974"/>
                  <a:gd name="T8" fmla="*/ 0 w 1423"/>
                  <a:gd name="T9" fmla="*/ 929 h 974"/>
                  <a:gd name="T10" fmla="*/ 45 w 1423"/>
                  <a:gd name="T11" fmla="*/ 974 h 974"/>
                  <a:gd name="T12" fmla="*/ 1378 w 1423"/>
                  <a:gd name="T13" fmla="*/ 974 h 974"/>
                  <a:gd name="T14" fmla="*/ 1423 w 1423"/>
                  <a:gd name="T15" fmla="*/ 929 h 974"/>
                  <a:gd name="T16" fmla="*/ 1423 w 1423"/>
                  <a:gd name="T17" fmla="*/ 45 h 974"/>
                  <a:gd name="T18" fmla="*/ 1378 w 1423"/>
                  <a:gd name="T19"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3" h="974">
                    <a:moveTo>
                      <a:pt x="1378" y="0"/>
                    </a:moveTo>
                    <a:cubicBezTo>
                      <a:pt x="45" y="0"/>
                      <a:pt x="45" y="0"/>
                      <a:pt x="45" y="0"/>
                    </a:cubicBezTo>
                    <a:cubicBezTo>
                      <a:pt x="20" y="0"/>
                      <a:pt x="0" y="20"/>
                      <a:pt x="0" y="45"/>
                    </a:cubicBezTo>
                    <a:cubicBezTo>
                      <a:pt x="0" y="218"/>
                      <a:pt x="0" y="218"/>
                      <a:pt x="0" y="218"/>
                    </a:cubicBezTo>
                    <a:cubicBezTo>
                      <a:pt x="0" y="929"/>
                      <a:pt x="0" y="929"/>
                      <a:pt x="0" y="929"/>
                    </a:cubicBezTo>
                    <a:cubicBezTo>
                      <a:pt x="0" y="954"/>
                      <a:pt x="20" y="974"/>
                      <a:pt x="45" y="974"/>
                    </a:cubicBezTo>
                    <a:cubicBezTo>
                      <a:pt x="1378" y="974"/>
                      <a:pt x="1378" y="974"/>
                      <a:pt x="1378" y="974"/>
                    </a:cubicBezTo>
                    <a:cubicBezTo>
                      <a:pt x="1403" y="974"/>
                      <a:pt x="1423" y="954"/>
                      <a:pt x="1423" y="929"/>
                    </a:cubicBezTo>
                    <a:cubicBezTo>
                      <a:pt x="1423" y="45"/>
                      <a:pt x="1423" y="45"/>
                      <a:pt x="1423" y="45"/>
                    </a:cubicBezTo>
                    <a:cubicBezTo>
                      <a:pt x="1423" y="20"/>
                      <a:pt x="1403" y="0"/>
                      <a:pt x="1378" y="0"/>
                    </a:cubicBezTo>
                    <a:close/>
                  </a:path>
                </a:pathLst>
              </a:custGeom>
              <a:solidFill>
                <a:srgbClr val="D2D3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sz="2400" b="1">
                  <a:solidFill>
                    <a:schemeClr val="bg1"/>
                  </a:solidFill>
                  <a:latin typeface="+mj-ea"/>
                  <a:ea typeface="+mj-ea"/>
                </a:endParaRPr>
              </a:p>
            </p:txBody>
          </p:sp>
          <p:sp>
            <p:nvSpPr>
              <p:cNvPr id="14" name="Freeform 48">
                <a:extLst>
                  <a:ext uri="{FF2B5EF4-FFF2-40B4-BE49-F238E27FC236}">
                    <a16:creationId xmlns:a16="http://schemas.microsoft.com/office/drawing/2014/main" id="{F028F4F2-46C5-4AF7-A757-F80DCF29FDAB}"/>
                  </a:ext>
                </a:extLst>
              </p:cNvPr>
              <p:cNvSpPr>
                <a:spLocks/>
              </p:cNvSpPr>
              <p:nvPr/>
            </p:nvSpPr>
            <p:spPr bwMode="auto">
              <a:xfrm>
                <a:off x="8723322" y="4804093"/>
                <a:ext cx="2243138" cy="1530350"/>
              </a:xfrm>
              <a:custGeom>
                <a:avLst/>
                <a:gdLst>
                  <a:gd name="T0" fmla="*/ 40 w 1414"/>
                  <a:gd name="T1" fmla="*/ 964 h 964"/>
                  <a:gd name="T2" fmla="*/ 0 w 1414"/>
                  <a:gd name="T3" fmla="*/ 924 h 964"/>
                  <a:gd name="T4" fmla="*/ 0 w 1414"/>
                  <a:gd name="T5" fmla="*/ 40 h 964"/>
                  <a:gd name="T6" fmla="*/ 40 w 1414"/>
                  <a:gd name="T7" fmla="*/ 0 h 964"/>
                  <a:gd name="T8" fmla="*/ 1373 w 1414"/>
                  <a:gd name="T9" fmla="*/ 0 h 964"/>
                  <a:gd name="T10" fmla="*/ 1414 w 1414"/>
                  <a:gd name="T11" fmla="*/ 40 h 964"/>
                  <a:gd name="T12" fmla="*/ 1414 w 1414"/>
                  <a:gd name="T13" fmla="*/ 924 h 964"/>
                  <a:gd name="T14" fmla="*/ 1373 w 1414"/>
                  <a:gd name="T15" fmla="*/ 964 h 964"/>
                  <a:gd name="T16" fmla="*/ 40 w 1414"/>
                  <a:gd name="T17" fmla="*/ 964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4" h="964">
                    <a:moveTo>
                      <a:pt x="40" y="964"/>
                    </a:moveTo>
                    <a:cubicBezTo>
                      <a:pt x="18" y="964"/>
                      <a:pt x="0" y="946"/>
                      <a:pt x="0" y="924"/>
                    </a:cubicBezTo>
                    <a:cubicBezTo>
                      <a:pt x="0" y="40"/>
                      <a:pt x="0" y="40"/>
                      <a:pt x="0" y="40"/>
                    </a:cubicBezTo>
                    <a:cubicBezTo>
                      <a:pt x="0" y="18"/>
                      <a:pt x="18" y="0"/>
                      <a:pt x="40" y="0"/>
                    </a:cubicBezTo>
                    <a:cubicBezTo>
                      <a:pt x="1373" y="0"/>
                      <a:pt x="1373" y="0"/>
                      <a:pt x="1373" y="0"/>
                    </a:cubicBezTo>
                    <a:cubicBezTo>
                      <a:pt x="1396" y="0"/>
                      <a:pt x="1414" y="18"/>
                      <a:pt x="1414" y="40"/>
                    </a:cubicBezTo>
                    <a:cubicBezTo>
                      <a:pt x="1414" y="924"/>
                      <a:pt x="1414" y="924"/>
                      <a:pt x="1414" y="924"/>
                    </a:cubicBezTo>
                    <a:cubicBezTo>
                      <a:pt x="1414" y="946"/>
                      <a:pt x="1396" y="964"/>
                      <a:pt x="1373" y="964"/>
                    </a:cubicBezTo>
                    <a:lnTo>
                      <a:pt x="40" y="964"/>
                    </a:lnTo>
                    <a:close/>
                  </a:path>
                </a:pathLst>
              </a:custGeom>
              <a:solidFill>
                <a:srgbClr val="1818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sz="2400" b="1">
                  <a:solidFill>
                    <a:schemeClr val="bg1"/>
                  </a:solidFill>
                  <a:latin typeface="+mj-ea"/>
                  <a:ea typeface="+mj-ea"/>
                </a:endParaRPr>
              </a:p>
            </p:txBody>
          </p:sp>
          <p:sp>
            <p:nvSpPr>
              <p:cNvPr id="15" name="Freeform 49">
                <a:extLst>
                  <a:ext uri="{FF2B5EF4-FFF2-40B4-BE49-F238E27FC236}">
                    <a16:creationId xmlns:a16="http://schemas.microsoft.com/office/drawing/2014/main" id="{0FA8FE6F-7911-4DA3-9280-CD41893BC288}"/>
                  </a:ext>
                </a:extLst>
              </p:cNvPr>
              <p:cNvSpPr>
                <a:spLocks/>
              </p:cNvSpPr>
              <p:nvPr/>
            </p:nvSpPr>
            <p:spPr bwMode="auto">
              <a:xfrm>
                <a:off x="8723322" y="6269356"/>
                <a:ext cx="2243138" cy="65088"/>
              </a:xfrm>
              <a:custGeom>
                <a:avLst/>
                <a:gdLst>
                  <a:gd name="T0" fmla="*/ 1414 w 1414"/>
                  <a:gd name="T1" fmla="*/ 0 h 41"/>
                  <a:gd name="T2" fmla="*/ 1396 w 1414"/>
                  <a:gd name="T3" fmla="*/ 9 h 41"/>
                  <a:gd name="T4" fmla="*/ 18 w 1414"/>
                  <a:gd name="T5" fmla="*/ 9 h 41"/>
                  <a:gd name="T6" fmla="*/ 0 w 1414"/>
                  <a:gd name="T7" fmla="*/ 0 h 41"/>
                  <a:gd name="T8" fmla="*/ 0 w 1414"/>
                  <a:gd name="T9" fmla="*/ 1 h 41"/>
                  <a:gd name="T10" fmla="*/ 40 w 1414"/>
                  <a:gd name="T11" fmla="*/ 41 h 41"/>
                  <a:gd name="T12" fmla="*/ 1373 w 1414"/>
                  <a:gd name="T13" fmla="*/ 41 h 41"/>
                  <a:gd name="T14" fmla="*/ 1414 w 1414"/>
                  <a:gd name="T15" fmla="*/ 1 h 41"/>
                  <a:gd name="T16" fmla="*/ 1414 w 1414"/>
                  <a:gd name="T1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4" h="41">
                    <a:moveTo>
                      <a:pt x="1414" y="0"/>
                    </a:moveTo>
                    <a:cubicBezTo>
                      <a:pt x="1409" y="6"/>
                      <a:pt x="1403" y="9"/>
                      <a:pt x="1396" y="9"/>
                    </a:cubicBezTo>
                    <a:cubicBezTo>
                      <a:pt x="18" y="9"/>
                      <a:pt x="18" y="9"/>
                      <a:pt x="18" y="9"/>
                    </a:cubicBezTo>
                    <a:cubicBezTo>
                      <a:pt x="10" y="9"/>
                      <a:pt x="4" y="6"/>
                      <a:pt x="0" y="0"/>
                    </a:cubicBezTo>
                    <a:cubicBezTo>
                      <a:pt x="0" y="1"/>
                      <a:pt x="0" y="1"/>
                      <a:pt x="0" y="1"/>
                    </a:cubicBezTo>
                    <a:cubicBezTo>
                      <a:pt x="0" y="23"/>
                      <a:pt x="18" y="41"/>
                      <a:pt x="40" y="41"/>
                    </a:cubicBezTo>
                    <a:cubicBezTo>
                      <a:pt x="1373" y="41"/>
                      <a:pt x="1373" y="41"/>
                      <a:pt x="1373" y="41"/>
                    </a:cubicBezTo>
                    <a:cubicBezTo>
                      <a:pt x="1396" y="41"/>
                      <a:pt x="1414" y="23"/>
                      <a:pt x="1414" y="1"/>
                    </a:cubicBezTo>
                    <a:lnTo>
                      <a:pt x="1414" y="0"/>
                    </a:lnTo>
                    <a:close/>
                  </a:path>
                </a:pathLst>
              </a:custGeom>
              <a:solidFill>
                <a:srgbClr val="0C0D1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sz="2400" b="1">
                  <a:solidFill>
                    <a:schemeClr val="bg1"/>
                  </a:solidFill>
                  <a:latin typeface="+mj-ea"/>
                  <a:ea typeface="+mj-ea"/>
                </a:endParaRPr>
              </a:p>
            </p:txBody>
          </p:sp>
          <p:sp>
            <p:nvSpPr>
              <p:cNvPr id="16" name="Rectangle 50">
                <a:extLst>
                  <a:ext uri="{FF2B5EF4-FFF2-40B4-BE49-F238E27FC236}">
                    <a16:creationId xmlns:a16="http://schemas.microsoft.com/office/drawing/2014/main" id="{0CC20CD7-5926-4020-B630-6E6CB06605CF}"/>
                  </a:ext>
                </a:extLst>
              </p:cNvPr>
              <p:cNvSpPr>
                <a:spLocks noChangeArrowheads="1"/>
              </p:cNvSpPr>
              <p:nvPr/>
            </p:nvSpPr>
            <p:spPr bwMode="auto">
              <a:xfrm>
                <a:off x="8440747" y="6312218"/>
                <a:ext cx="2786063" cy="50800"/>
              </a:xfrm>
              <a:prstGeom prst="rect">
                <a:avLst/>
              </a:prstGeom>
              <a:solidFill>
                <a:srgbClr val="D2D6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sz="2400" b="1">
                  <a:solidFill>
                    <a:schemeClr val="bg1"/>
                  </a:solidFill>
                  <a:latin typeface="+mj-ea"/>
                  <a:ea typeface="+mj-ea"/>
                </a:endParaRPr>
              </a:p>
            </p:txBody>
          </p:sp>
          <p:sp>
            <p:nvSpPr>
              <p:cNvPr id="17" name="Freeform 51">
                <a:extLst>
                  <a:ext uri="{FF2B5EF4-FFF2-40B4-BE49-F238E27FC236}">
                    <a16:creationId xmlns:a16="http://schemas.microsoft.com/office/drawing/2014/main" id="{43560EC3-2B3C-4178-A88D-F5F6BE39C1B0}"/>
                  </a:ext>
                </a:extLst>
              </p:cNvPr>
              <p:cNvSpPr>
                <a:spLocks/>
              </p:cNvSpPr>
              <p:nvPr/>
            </p:nvSpPr>
            <p:spPr bwMode="auto">
              <a:xfrm>
                <a:off x="9632959" y="6312218"/>
                <a:ext cx="400050" cy="28575"/>
              </a:xfrm>
              <a:custGeom>
                <a:avLst/>
                <a:gdLst>
                  <a:gd name="T0" fmla="*/ 0 w 252"/>
                  <a:gd name="T1" fmla="*/ 0 h 18"/>
                  <a:gd name="T2" fmla="*/ 22 w 252"/>
                  <a:gd name="T3" fmla="*/ 18 h 18"/>
                  <a:gd name="T4" fmla="*/ 230 w 252"/>
                  <a:gd name="T5" fmla="*/ 18 h 18"/>
                  <a:gd name="T6" fmla="*/ 252 w 252"/>
                  <a:gd name="T7" fmla="*/ 0 h 18"/>
                  <a:gd name="T8" fmla="*/ 0 w 252"/>
                  <a:gd name="T9" fmla="*/ 0 h 18"/>
                </a:gdLst>
                <a:ahLst/>
                <a:cxnLst>
                  <a:cxn ang="0">
                    <a:pos x="T0" y="T1"/>
                  </a:cxn>
                  <a:cxn ang="0">
                    <a:pos x="T2" y="T3"/>
                  </a:cxn>
                  <a:cxn ang="0">
                    <a:pos x="T4" y="T5"/>
                  </a:cxn>
                  <a:cxn ang="0">
                    <a:pos x="T6" y="T7"/>
                  </a:cxn>
                  <a:cxn ang="0">
                    <a:pos x="T8" y="T9"/>
                  </a:cxn>
                </a:cxnLst>
                <a:rect l="0" t="0" r="r" b="b"/>
                <a:pathLst>
                  <a:path w="252" h="18">
                    <a:moveTo>
                      <a:pt x="0" y="0"/>
                    </a:moveTo>
                    <a:cubicBezTo>
                      <a:pt x="2" y="10"/>
                      <a:pt x="11" y="18"/>
                      <a:pt x="22" y="18"/>
                    </a:cubicBezTo>
                    <a:cubicBezTo>
                      <a:pt x="230" y="18"/>
                      <a:pt x="230" y="18"/>
                      <a:pt x="230" y="18"/>
                    </a:cubicBezTo>
                    <a:cubicBezTo>
                      <a:pt x="241" y="18"/>
                      <a:pt x="250" y="10"/>
                      <a:pt x="252" y="0"/>
                    </a:cubicBezTo>
                    <a:lnTo>
                      <a:pt x="0" y="0"/>
                    </a:lnTo>
                    <a:close/>
                  </a:path>
                </a:pathLst>
              </a:custGeom>
              <a:solidFill>
                <a:srgbClr val="B3B4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sz="2400" b="1">
                  <a:solidFill>
                    <a:schemeClr val="bg1"/>
                  </a:solidFill>
                  <a:latin typeface="+mj-ea"/>
                  <a:ea typeface="+mj-ea"/>
                </a:endParaRPr>
              </a:p>
            </p:txBody>
          </p:sp>
          <p:sp>
            <p:nvSpPr>
              <p:cNvPr id="18" name="Rectangle 52">
                <a:extLst>
                  <a:ext uri="{FF2B5EF4-FFF2-40B4-BE49-F238E27FC236}">
                    <a16:creationId xmlns:a16="http://schemas.microsoft.com/office/drawing/2014/main" id="{5FF586EA-939E-4292-B33F-19F5CF1899D2}"/>
                  </a:ext>
                </a:extLst>
              </p:cNvPr>
              <p:cNvSpPr>
                <a:spLocks noChangeArrowheads="1"/>
              </p:cNvSpPr>
              <p:nvPr/>
            </p:nvSpPr>
            <p:spPr bwMode="auto">
              <a:xfrm>
                <a:off x="8797934" y="4900931"/>
                <a:ext cx="2093913" cy="1322388"/>
              </a:xfrm>
              <a:prstGeom prst="rect">
                <a:avLst/>
              </a:prstGeom>
              <a:solidFill>
                <a:srgbClr val="0C0D1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sz="2400" b="1">
                  <a:solidFill>
                    <a:schemeClr val="bg1"/>
                  </a:solidFill>
                  <a:latin typeface="+mj-ea"/>
                  <a:ea typeface="+mj-ea"/>
                </a:endParaRPr>
              </a:p>
            </p:txBody>
          </p:sp>
          <p:sp>
            <p:nvSpPr>
              <p:cNvPr id="19" name="Rectangle 53">
                <a:extLst>
                  <a:ext uri="{FF2B5EF4-FFF2-40B4-BE49-F238E27FC236}">
                    <a16:creationId xmlns:a16="http://schemas.microsoft.com/office/drawing/2014/main" id="{A24BBED8-D594-40A5-A918-74EE9FA5C34B}"/>
                  </a:ext>
                </a:extLst>
              </p:cNvPr>
              <p:cNvSpPr>
                <a:spLocks noChangeArrowheads="1"/>
              </p:cNvSpPr>
              <p:nvPr/>
            </p:nvSpPr>
            <p:spPr bwMode="auto">
              <a:xfrm>
                <a:off x="8804284" y="4908868"/>
                <a:ext cx="2079625" cy="1308100"/>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sz="2400" b="1">
                  <a:solidFill>
                    <a:schemeClr val="bg1"/>
                  </a:solidFill>
                  <a:latin typeface="+mj-ea"/>
                  <a:ea typeface="+mj-ea"/>
                </a:endParaRPr>
              </a:p>
            </p:txBody>
          </p:sp>
          <p:sp>
            <p:nvSpPr>
              <p:cNvPr id="20" name="Oval 54">
                <a:extLst>
                  <a:ext uri="{FF2B5EF4-FFF2-40B4-BE49-F238E27FC236}">
                    <a16:creationId xmlns:a16="http://schemas.microsoft.com/office/drawing/2014/main" id="{6B28BA7D-3322-4138-9747-9B16C575E5AF}"/>
                  </a:ext>
                </a:extLst>
              </p:cNvPr>
              <p:cNvSpPr>
                <a:spLocks noChangeArrowheads="1"/>
              </p:cNvSpPr>
              <p:nvPr/>
            </p:nvSpPr>
            <p:spPr bwMode="auto">
              <a:xfrm>
                <a:off x="9831397" y="4845368"/>
                <a:ext cx="23813" cy="23813"/>
              </a:xfrm>
              <a:prstGeom prst="ellipse">
                <a:avLst/>
              </a:prstGeom>
              <a:solidFill>
                <a:srgbClr val="2C2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sz="2400" b="1">
                  <a:solidFill>
                    <a:schemeClr val="bg1"/>
                  </a:solidFill>
                  <a:latin typeface="+mj-ea"/>
                  <a:ea typeface="+mj-ea"/>
                </a:endParaRPr>
              </a:p>
            </p:txBody>
          </p:sp>
          <p:sp>
            <p:nvSpPr>
              <p:cNvPr id="21" name="Oval 55">
                <a:extLst>
                  <a:ext uri="{FF2B5EF4-FFF2-40B4-BE49-F238E27FC236}">
                    <a16:creationId xmlns:a16="http://schemas.microsoft.com/office/drawing/2014/main" id="{2F5F9035-B4F1-4847-BB55-10B3F1E3B32E}"/>
                  </a:ext>
                </a:extLst>
              </p:cNvPr>
              <p:cNvSpPr>
                <a:spLocks noChangeArrowheads="1"/>
              </p:cNvSpPr>
              <p:nvPr/>
            </p:nvSpPr>
            <p:spPr bwMode="auto">
              <a:xfrm>
                <a:off x="9831397" y="4843781"/>
                <a:ext cx="23813" cy="22225"/>
              </a:xfrm>
              <a:prstGeom prst="ellipse">
                <a:avLst/>
              </a:prstGeom>
              <a:solidFill>
                <a:srgbClr val="0A0A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sz="2400" b="1">
                  <a:solidFill>
                    <a:schemeClr val="bg1"/>
                  </a:solidFill>
                  <a:latin typeface="+mj-ea"/>
                  <a:ea typeface="+mj-ea"/>
                </a:endParaRPr>
              </a:p>
            </p:txBody>
          </p:sp>
          <p:sp>
            <p:nvSpPr>
              <p:cNvPr id="22" name="Oval 56">
                <a:extLst>
                  <a:ext uri="{FF2B5EF4-FFF2-40B4-BE49-F238E27FC236}">
                    <a16:creationId xmlns:a16="http://schemas.microsoft.com/office/drawing/2014/main" id="{7E773054-250E-45A4-B703-E04E19F39073}"/>
                  </a:ext>
                </a:extLst>
              </p:cNvPr>
              <p:cNvSpPr>
                <a:spLocks noChangeArrowheads="1"/>
              </p:cNvSpPr>
              <p:nvPr/>
            </p:nvSpPr>
            <p:spPr bwMode="auto">
              <a:xfrm>
                <a:off x="9836159" y="4846956"/>
                <a:ext cx="14288" cy="158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sz="2400" b="1">
                  <a:solidFill>
                    <a:schemeClr val="bg1"/>
                  </a:solidFill>
                  <a:latin typeface="+mj-ea"/>
                  <a:ea typeface="+mj-ea"/>
                </a:endParaRPr>
              </a:p>
            </p:txBody>
          </p:sp>
          <p:sp>
            <p:nvSpPr>
              <p:cNvPr id="23" name="Oval 57">
                <a:extLst>
                  <a:ext uri="{FF2B5EF4-FFF2-40B4-BE49-F238E27FC236}">
                    <a16:creationId xmlns:a16="http://schemas.microsoft.com/office/drawing/2014/main" id="{4DBFDE35-A851-45E3-B125-87316FAE5B7E}"/>
                  </a:ext>
                </a:extLst>
              </p:cNvPr>
              <p:cNvSpPr>
                <a:spLocks noChangeArrowheads="1"/>
              </p:cNvSpPr>
              <p:nvPr/>
            </p:nvSpPr>
            <p:spPr bwMode="auto">
              <a:xfrm>
                <a:off x="9839334" y="4851718"/>
                <a:ext cx="7938" cy="7938"/>
              </a:xfrm>
              <a:prstGeom prst="ellipse">
                <a:avLst/>
              </a:prstGeom>
              <a:solidFill>
                <a:srgbClr val="2C99B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sz="2400" b="1">
                  <a:solidFill>
                    <a:schemeClr val="bg1"/>
                  </a:solidFill>
                  <a:latin typeface="+mj-ea"/>
                  <a:ea typeface="+mj-ea"/>
                </a:endParaRPr>
              </a:p>
            </p:txBody>
          </p:sp>
          <p:sp>
            <p:nvSpPr>
              <p:cNvPr id="24" name="Freeform 58">
                <a:extLst>
                  <a:ext uri="{FF2B5EF4-FFF2-40B4-BE49-F238E27FC236}">
                    <a16:creationId xmlns:a16="http://schemas.microsoft.com/office/drawing/2014/main" id="{D19D53F3-FBC6-40CB-BFC1-35AA5208AB0C}"/>
                  </a:ext>
                </a:extLst>
              </p:cNvPr>
              <p:cNvSpPr>
                <a:spLocks/>
              </p:cNvSpPr>
              <p:nvPr/>
            </p:nvSpPr>
            <p:spPr bwMode="auto">
              <a:xfrm>
                <a:off x="9842509" y="4853306"/>
                <a:ext cx="1588" cy="3175"/>
              </a:xfrm>
              <a:custGeom>
                <a:avLst/>
                <a:gdLst>
                  <a:gd name="T0" fmla="*/ 1 w 1"/>
                  <a:gd name="T1" fmla="*/ 1 h 2"/>
                  <a:gd name="T2" fmla="*/ 1 w 1"/>
                  <a:gd name="T3" fmla="*/ 2 h 2"/>
                  <a:gd name="T4" fmla="*/ 0 w 1"/>
                  <a:gd name="T5" fmla="*/ 1 h 2"/>
                  <a:gd name="T6" fmla="*/ 1 w 1"/>
                  <a:gd name="T7" fmla="*/ 0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lnTo>
                      <a:pt x="1" y="2"/>
                    </a:lnTo>
                    <a:lnTo>
                      <a:pt x="0" y="1"/>
                    </a:lnTo>
                    <a:lnTo>
                      <a:pt x="1" y="0"/>
                    </a:lnTo>
                    <a:lnTo>
                      <a:pt x="1"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sz="2400" b="1">
                  <a:solidFill>
                    <a:schemeClr val="bg1"/>
                  </a:solidFill>
                  <a:latin typeface="+mj-ea"/>
                  <a:ea typeface="+mj-ea"/>
                </a:endParaRPr>
              </a:p>
            </p:txBody>
          </p:sp>
        </p:grpSp>
        <p:sp>
          <p:nvSpPr>
            <p:cNvPr id="7" name="Rectangle 93" descr="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
              <a:extLst>
                <a:ext uri="{FF2B5EF4-FFF2-40B4-BE49-F238E27FC236}">
                  <a16:creationId xmlns:a16="http://schemas.microsoft.com/office/drawing/2014/main" id="{0741D96E-8037-4722-9A7D-22D1E718F9D8}"/>
                </a:ext>
              </a:extLst>
            </p:cNvPr>
            <p:cNvSpPr/>
            <p:nvPr/>
          </p:nvSpPr>
          <p:spPr>
            <a:xfrm>
              <a:off x="2066172" y="2508657"/>
              <a:ext cx="3526826" cy="555507"/>
            </a:xfrm>
            <a:prstGeom prst="rect">
              <a:avLst/>
            </a:prstGeom>
            <a:solidFill>
              <a:srgbClr val="2A9995"/>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rtlCol="0" anchor="ctr"/>
            <a:lstStyle/>
            <a:p>
              <a:r>
                <a:rPr lang="zh-CN" altLang="en-US" sz="2400" b="1">
                  <a:solidFill>
                    <a:schemeClr val="bg1"/>
                  </a:solidFill>
                  <a:latin typeface="+mj-ea"/>
                  <a:ea typeface="+mj-ea"/>
                </a:rPr>
                <a:t>第五节 算符优先分析法</a:t>
              </a:r>
              <a:endParaRPr lang="zh-CN" altLang="en-US" sz="2400" b="1" dirty="0">
                <a:solidFill>
                  <a:schemeClr val="bg1"/>
                </a:solidFill>
                <a:latin typeface="+mj-ea"/>
                <a:ea typeface="+mj-ea"/>
              </a:endParaRPr>
            </a:p>
          </p:txBody>
        </p:sp>
        <p:sp>
          <p:nvSpPr>
            <p:cNvPr id="8" name="Rectangle 94" descr="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
              <a:extLst>
                <a:ext uri="{FF2B5EF4-FFF2-40B4-BE49-F238E27FC236}">
                  <a16:creationId xmlns:a16="http://schemas.microsoft.com/office/drawing/2014/main" id="{E4182719-1631-476B-8107-AD3EE3E832C0}"/>
                </a:ext>
              </a:extLst>
            </p:cNvPr>
            <p:cNvSpPr/>
            <p:nvPr/>
          </p:nvSpPr>
          <p:spPr>
            <a:xfrm>
              <a:off x="2066172" y="3064164"/>
              <a:ext cx="3526826" cy="555507"/>
            </a:xfrm>
            <a:prstGeom prst="rect">
              <a:avLst/>
            </a:prstGeom>
            <a:solidFill>
              <a:srgbClr val="54D0CA"/>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rtlCol="0" anchor="ctr"/>
            <a:lstStyle/>
            <a:p>
              <a:r>
                <a:rPr lang="zh-CN" altLang="en-US" sz="2400" b="1">
                  <a:solidFill>
                    <a:schemeClr val="bg1"/>
                  </a:solidFill>
                  <a:latin typeface="+mj-ea"/>
                  <a:ea typeface="+mj-ea"/>
                  <a:cs typeface="Clear Sans" panose="020B0503030202020304" pitchFamily="34" charset="0"/>
                </a:rPr>
                <a:t>第六节 </a:t>
              </a:r>
              <a:r>
                <a:rPr lang="en-US" altLang="zh-CN" sz="2400" b="1">
                  <a:solidFill>
                    <a:schemeClr val="bg1"/>
                  </a:solidFill>
                  <a:latin typeface="+mj-ea"/>
                  <a:ea typeface="+mj-ea"/>
                  <a:cs typeface="Clear Sans" panose="020B0503030202020304" pitchFamily="34" charset="0"/>
                </a:rPr>
                <a:t>LR</a:t>
              </a:r>
              <a:r>
                <a:rPr lang="zh-CN" altLang="en-US" sz="2400" b="1">
                  <a:solidFill>
                    <a:schemeClr val="bg1"/>
                  </a:solidFill>
                  <a:latin typeface="+mj-ea"/>
                  <a:ea typeface="+mj-ea"/>
                  <a:cs typeface="Clear Sans" panose="020B0503030202020304" pitchFamily="34" charset="0"/>
                </a:rPr>
                <a:t>分析法</a:t>
              </a:r>
              <a:endParaRPr lang="zh-CN" altLang="en-US" sz="2400" b="1" dirty="0">
                <a:solidFill>
                  <a:schemeClr val="bg1"/>
                </a:solidFill>
                <a:latin typeface="+mj-ea"/>
                <a:ea typeface="+mj-ea"/>
                <a:cs typeface="Clear Sans" panose="020B0503030202020304" pitchFamily="34" charset="0"/>
              </a:endParaRPr>
            </a:p>
          </p:txBody>
        </p:sp>
        <p:sp>
          <p:nvSpPr>
            <p:cNvPr id="9" name="Rectangle 95" descr="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
              <a:extLst>
                <a:ext uri="{FF2B5EF4-FFF2-40B4-BE49-F238E27FC236}">
                  <a16:creationId xmlns:a16="http://schemas.microsoft.com/office/drawing/2014/main" id="{7935E166-FAD5-4A3A-B94A-3995A4A679CA}"/>
                </a:ext>
              </a:extLst>
            </p:cNvPr>
            <p:cNvSpPr/>
            <p:nvPr/>
          </p:nvSpPr>
          <p:spPr>
            <a:xfrm>
              <a:off x="2066172" y="3618735"/>
              <a:ext cx="3526826" cy="555507"/>
            </a:xfrm>
            <a:prstGeom prst="rect">
              <a:avLst/>
            </a:prstGeom>
            <a:solidFill>
              <a:srgbClr val="2A9995"/>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rtlCol="0" anchor="ctr"/>
            <a:lstStyle/>
            <a:p>
              <a:endParaRPr lang="zh-CN" altLang="en-US" sz="2400" b="1" dirty="0">
                <a:solidFill>
                  <a:schemeClr val="bg1"/>
                </a:solidFill>
                <a:latin typeface="+mj-ea"/>
                <a:ea typeface="+mj-ea"/>
                <a:cs typeface="Clear Sans" panose="020B0503030202020304" pitchFamily="34" charset="0"/>
              </a:endParaRPr>
            </a:p>
          </p:txBody>
        </p:sp>
        <p:sp>
          <p:nvSpPr>
            <p:cNvPr id="10" name="Rectangle 96" descr="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
              <a:extLst>
                <a:ext uri="{FF2B5EF4-FFF2-40B4-BE49-F238E27FC236}">
                  <a16:creationId xmlns:a16="http://schemas.microsoft.com/office/drawing/2014/main" id="{4BC68BE9-AB19-424E-BC85-905C1B758E42}"/>
                </a:ext>
              </a:extLst>
            </p:cNvPr>
            <p:cNvSpPr/>
            <p:nvPr/>
          </p:nvSpPr>
          <p:spPr>
            <a:xfrm>
              <a:off x="2066172" y="4174241"/>
              <a:ext cx="3526826" cy="555507"/>
            </a:xfrm>
            <a:prstGeom prst="rect">
              <a:avLst/>
            </a:prstGeom>
            <a:solidFill>
              <a:srgbClr val="54D0CA"/>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rtlCol="0" anchor="ctr"/>
            <a:lstStyle/>
            <a:p>
              <a:endParaRPr lang="zh-CN" altLang="en-US" sz="2400" b="1" dirty="0">
                <a:solidFill>
                  <a:schemeClr val="bg1"/>
                </a:solidFill>
                <a:latin typeface="+mj-ea"/>
                <a:ea typeface="+mj-ea"/>
                <a:cs typeface="Clear Sans" panose="020B0503030202020304" pitchFamily="34" charset="0"/>
              </a:endParaRPr>
            </a:p>
          </p:txBody>
        </p:sp>
      </p:grpSp>
      <p:sp>
        <p:nvSpPr>
          <p:cNvPr id="25" name="箭头: 右 24">
            <a:extLst>
              <a:ext uri="{FF2B5EF4-FFF2-40B4-BE49-F238E27FC236}">
                <a16:creationId xmlns:a16="http://schemas.microsoft.com/office/drawing/2014/main" id="{B6323BE9-57D8-467F-9A2D-90902E82A543}"/>
              </a:ext>
            </a:extLst>
          </p:cNvPr>
          <p:cNvSpPr/>
          <p:nvPr/>
        </p:nvSpPr>
        <p:spPr>
          <a:xfrm>
            <a:off x="2983159" y="2706620"/>
            <a:ext cx="540000" cy="540000"/>
          </a:xfrm>
          <a:prstGeom prst="rightArrow">
            <a:avLst/>
          </a:prstGeom>
          <a:solidFill>
            <a:srgbClr val="EE85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Tree>
    <p:extLst>
      <p:ext uri="{BB962C8B-B14F-4D97-AF65-F5344CB8AC3E}">
        <p14:creationId xmlns:p14="http://schemas.microsoft.com/office/powerpoint/2010/main" val="418037583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p:txBody>
          <a:bodyPr/>
          <a:lstStyle/>
          <a:p>
            <a:r>
              <a:rPr lang="en-US" altLang="zh-CN" dirty="0" err="1"/>
              <a:t>LR</a:t>
            </a:r>
            <a:r>
              <a:rPr lang="zh-CN" altLang="en-US" dirty="0"/>
              <a:t>分析程序的结构</a:t>
            </a:r>
          </a:p>
        </p:txBody>
      </p:sp>
      <p:pic>
        <p:nvPicPr>
          <p:cNvPr id="4" name="图片 3">
            <a:extLst>
              <a:ext uri="{FF2B5EF4-FFF2-40B4-BE49-F238E27FC236}">
                <a16:creationId xmlns:a16="http://schemas.microsoft.com/office/drawing/2014/main" id="{2610E8E0-7DA4-4BEF-BC43-7DFA4179F158}"/>
              </a:ext>
            </a:extLst>
          </p:cNvPr>
          <p:cNvPicPr>
            <a:picLocks noChangeAspect="1"/>
          </p:cNvPicPr>
          <p:nvPr/>
        </p:nvPicPr>
        <p:blipFill>
          <a:blip r:embed="rId2"/>
          <a:stretch>
            <a:fillRect/>
          </a:stretch>
        </p:blipFill>
        <p:spPr>
          <a:xfrm>
            <a:off x="2590800" y="1447800"/>
            <a:ext cx="6740324" cy="4127796"/>
          </a:xfrm>
          <a:prstGeom prst="rect">
            <a:avLst/>
          </a:prstGeom>
        </p:spPr>
      </p:pic>
    </p:spTree>
    <p:extLst>
      <p:ext uri="{BB962C8B-B14F-4D97-AF65-F5344CB8AC3E}">
        <p14:creationId xmlns:p14="http://schemas.microsoft.com/office/powerpoint/2010/main" val="315963446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Rectangle 2"/>
          <p:cNvSpPr>
            <a:spLocks noGrp="1" noChangeArrowheads="1"/>
          </p:cNvSpPr>
          <p:nvPr>
            <p:ph idx="1"/>
          </p:nvPr>
        </p:nvSpPr>
        <p:spPr/>
        <p:txBody>
          <a:bodyPr/>
          <a:lstStyle/>
          <a:p>
            <a:r>
              <a:rPr lang="zh-CN" altLang="en-US" dirty="0"/>
              <a:t>由</a:t>
            </a:r>
            <a:r>
              <a:rPr lang="en-US" altLang="zh-CN" dirty="0"/>
              <a:t>action</a:t>
            </a:r>
            <a:r>
              <a:rPr lang="zh-CN" altLang="en-US" dirty="0"/>
              <a:t>表和</a:t>
            </a:r>
            <a:r>
              <a:rPr lang="en-US" altLang="zh-CN" dirty="0" err="1"/>
              <a:t>goto</a:t>
            </a:r>
            <a:r>
              <a:rPr lang="zh-CN" altLang="en-US" dirty="0"/>
              <a:t>表两个部分组成。</a:t>
            </a:r>
            <a:endParaRPr lang="en-US" altLang="zh-CN" dirty="0"/>
          </a:p>
          <a:p>
            <a:endParaRPr lang="zh-CN" altLang="en-US" dirty="0"/>
          </a:p>
          <a:p>
            <a:r>
              <a:rPr lang="en-US" altLang="zh-CN" dirty="0"/>
              <a:t>1.	action</a:t>
            </a:r>
            <a:r>
              <a:rPr lang="zh-CN" altLang="en-US" dirty="0"/>
              <a:t>表是一个状态（行）和终结符（列）的二维矩阵，</a:t>
            </a:r>
            <a:r>
              <a:rPr lang="en-US" altLang="zh-CN" dirty="0"/>
              <a:t>action[s, a]</a:t>
            </a:r>
            <a:r>
              <a:rPr lang="zh-CN" altLang="en-US" dirty="0"/>
              <a:t>定义了在状态 </a:t>
            </a:r>
            <a:r>
              <a:rPr lang="en-US" altLang="zh-CN" dirty="0"/>
              <a:t>s </a:t>
            </a:r>
            <a:r>
              <a:rPr lang="zh-CN" altLang="en-US" dirty="0"/>
              <a:t>下，当前输入符号为 </a:t>
            </a:r>
            <a:r>
              <a:rPr lang="en-US" altLang="zh-CN" dirty="0"/>
              <a:t>a </a:t>
            </a:r>
            <a:r>
              <a:rPr lang="zh-CN" altLang="en-US" dirty="0"/>
              <a:t>时应采取的动作。</a:t>
            </a:r>
            <a:endParaRPr lang="en-US" altLang="zh-CN" dirty="0"/>
          </a:p>
          <a:p>
            <a:endParaRPr lang="zh-CN" altLang="en-US" dirty="0"/>
          </a:p>
          <a:p>
            <a:r>
              <a:rPr lang="en-US" altLang="zh-CN" dirty="0"/>
              <a:t>2.	</a:t>
            </a:r>
            <a:r>
              <a:rPr lang="en-US" altLang="zh-CN" dirty="0" err="1"/>
              <a:t>goto</a:t>
            </a:r>
            <a:r>
              <a:rPr lang="zh-CN" altLang="en-US" dirty="0"/>
              <a:t>表是一个状态（行）和非终结符（列）的二维矩阵， </a:t>
            </a:r>
            <a:r>
              <a:rPr lang="en-US" altLang="zh-CN" dirty="0" err="1"/>
              <a:t>goto</a:t>
            </a:r>
            <a:r>
              <a:rPr lang="en-US" altLang="zh-CN" dirty="0"/>
              <a:t>[s, A]</a:t>
            </a:r>
            <a:r>
              <a:rPr lang="zh-CN" altLang="en-US" dirty="0"/>
              <a:t>定义了在状态 </a:t>
            </a:r>
            <a:r>
              <a:rPr lang="en-US" altLang="zh-CN" dirty="0"/>
              <a:t>s </a:t>
            </a:r>
            <a:r>
              <a:rPr lang="zh-CN" altLang="en-US" dirty="0"/>
              <a:t>下， 当识别完非终结符 </a:t>
            </a:r>
            <a:r>
              <a:rPr lang="en-US" altLang="zh-CN" dirty="0"/>
              <a:t>A </a:t>
            </a:r>
            <a:r>
              <a:rPr lang="zh-CN" altLang="en-US" dirty="0"/>
              <a:t>后应转移到的状态。</a:t>
            </a:r>
          </a:p>
        </p:txBody>
      </p:sp>
      <p:sp>
        <p:nvSpPr>
          <p:cNvPr id="60419" name="Rectangle 4"/>
          <p:cNvSpPr>
            <a:spLocks noGrp="1" noChangeArrowheads="1"/>
          </p:cNvSpPr>
          <p:nvPr>
            <p:ph type="title"/>
          </p:nvPr>
        </p:nvSpPr>
        <p:spPr/>
        <p:txBody>
          <a:bodyPr/>
          <a:lstStyle/>
          <a:p>
            <a:r>
              <a:rPr lang="en-US" altLang="zh-CN"/>
              <a:t>LR</a:t>
            </a:r>
            <a:r>
              <a:rPr lang="zh-CN" altLang="en-US"/>
              <a:t>分析表</a:t>
            </a:r>
            <a:endParaRPr lang="zh-CN" altLang="en-US" dirty="0"/>
          </a:p>
        </p:txBody>
      </p:sp>
    </p:spTree>
    <p:extLst>
      <p:ext uri="{BB962C8B-B14F-4D97-AF65-F5344CB8AC3E}">
        <p14:creationId xmlns:p14="http://schemas.microsoft.com/office/powerpoint/2010/main" val="14155060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2"/>
          <p:cNvSpPr>
            <a:spLocks noGrp="1" noChangeArrowheads="1"/>
          </p:cNvSpPr>
          <p:nvPr>
            <p:ph idx="1"/>
          </p:nvPr>
        </p:nvSpPr>
        <p:spPr/>
        <p:txBody>
          <a:bodyPr/>
          <a:lstStyle/>
          <a:p>
            <a:r>
              <a:rPr lang="zh-CN" altLang="en-US" dirty="0"/>
              <a:t>文法</a:t>
            </a:r>
            <a:r>
              <a:rPr lang="en-US" altLang="zh-CN" dirty="0"/>
              <a:t>G</a:t>
            </a:r>
            <a:r>
              <a:rPr lang="zh-CN" altLang="en-US" dirty="0"/>
              <a:t>的</a:t>
            </a:r>
            <a:r>
              <a:rPr lang="en-US" altLang="zh-CN" dirty="0"/>
              <a:t>LR</a:t>
            </a:r>
            <a:r>
              <a:rPr lang="zh-CN" altLang="en-US" dirty="0"/>
              <a:t>分析表：</a:t>
            </a:r>
            <a:r>
              <a:rPr lang="en-US" altLang="zh-CN" dirty="0"/>
              <a:t>          </a:t>
            </a:r>
          </a:p>
          <a:p>
            <a:r>
              <a:rPr lang="en-US" altLang="zh-CN" dirty="0"/>
              <a:t>		1.	E → E+T</a:t>
            </a:r>
          </a:p>
          <a:p>
            <a:r>
              <a:rPr lang="en-US" altLang="zh-CN" dirty="0"/>
              <a:t>		2.	E → T</a:t>
            </a:r>
          </a:p>
          <a:p>
            <a:r>
              <a:rPr lang="en-US" altLang="zh-CN" dirty="0"/>
              <a:t>		3.	T → T*F</a:t>
            </a:r>
          </a:p>
          <a:p>
            <a:r>
              <a:rPr lang="en-US" altLang="zh-CN" dirty="0"/>
              <a:t>		4.	T → F</a:t>
            </a:r>
          </a:p>
          <a:p>
            <a:r>
              <a:rPr lang="en-US" altLang="zh-CN" dirty="0"/>
              <a:t>		5.	F → (E)</a:t>
            </a:r>
          </a:p>
          <a:p>
            <a:r>
              <a:rPr lang="en-US" altLang="zh-CN" dirty="0"/>
              <a:t>		6.	F → </a:t>
            </a:r>
            <a:r>
              <a:rPr lang="en-US" altLang="zh-CN" dirty="0" err="1"/>
              <a:t>i</a:t>
            </a:r>
            <a:endParaRPr lang="en-US" altLang="zh-CN" dirty="0"/>
          </a:p>
        </p:txBody>
      </p:sp>
      <p:sp>
        <p:nvSpPr>
          <p:cNvPr id="61443" name="Rectangle 7"/>
          <p:cNvSpPr>
            <a:spLocks noGrp="1" noChangeArrowheads="1"/>
          </p:cNvSpPr>
          <p:nvPr>
            <p:ph type="title"/>
          </p:nvPr>
        </p:nvSpPr>
        <p:spPr/>
        <p:txBody>
          <a:bodyPr/>
          <a:lstStyle/>
          <a:p>
            <a:r>
              <a:rPr lang="en-US" altLang="zh-CN"/>
              <a:t>LR</a:t>
            </a:r>
            <a:r>
              <a:rPr lang="zh-CN" altLang="en-US"/>
              <a:t>分析表</a:t>
            </a:r>
            <a:endParaRPr lang="en-US" dirty="0"/>
          </a:p>
        </p:txBody>
      </p:sp>
    </p:spTree>
    <p:extLst>
      <p:ext uri="{BB962C8B-B14F-4D97-AF65-F5344CB8AC3E}">
        <p14:creationId xmlns:p14="http://schemas.microsoft.com/office/powerpoint/2010/main" val="424004844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ChangeArrowheads="1"/>
          </p:cNvSpPr>
          <p:nvPr/>
        </p:nvSpPr>
        <p:spPr bwMode="auto">
          <a:xfrm>
            <a:off x="2133600" y="990600"/>
            <a:ext cx="7924800" cy="5364460"/>
          </a:xfrm>
          <a:prstGeom prst="rect">
            <a:avLst/>
          </a:prstGeom>
          <a:noFill/>
          <a:ln w="9525">
            <a:solidFill>
              <a:schemeClr val="bg1"/>
            </a:solidFill>
            <a:miter lim="800000"/>
            <a:headEnd/>
            <a:tailEnd/>
          </a:ln>
          <a:effectLst/>
        </p:spPr>
        <p:txBody>
          <a:bodyPr wrap="none" anchor="ctr"/>
          <a:lstStyle/>
          <a:p>
            <a:endParaRPr lang="en-US" sz="2400">
              <a:solidFill>
                <a:schemeClr val="bg1"/>
              </a:solidFill>
              <a:latin typeface="+mj-ea"/>
              <a:ea typeface="+mj-ea"/>
            </a:endParaRPr>
          </a:p>
        </p:txBody>
      </p:sp>
      <p:sp>
        <p:nvSpPr>
          <p:cNvPr id="62468" name="Line 3"/>
          <p:cNvSpPr>
            <a:spLocks noChangeShapeType="1"/>
          </p:cNvSpPr>
          <p:nvPr/>
        </p:nvSpPr>
        <p:spPr bwMode="auto">
          <a:xfrm>
            <a:off x="2133600" y="4069060"/>
            <a:ext cx="7924800"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69" name="Line 4"/>
          <p:cNvSpPr>
            <a:spLocks noChangeShapeType="1"/>
          </p:cNvSpPr>
          <p:nvPr/>
        </p:nvSpPr>
        <p:spPr bwMode="auto">
          <a:xfrm>
            <a:off x="2743200" y="990600"/>
            <a:ext cx="0" cy="536446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70" name="Line 5"/>
          <p:cNvSpPr>
            <a:spLocks noChangeShapeType="1"/>
          </p:cNvSpPr>
          <p:nvPr/>
        </p:nvSpPr>
        <p:spPr bwMode="auto">
          <a:xfrm>
            <a:off x="7315200" y="990600"/>
            <a:ext cx="0" cy="536446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71" name="Line 6"/>
          <p:cNvSpPr>
            <a:spLocks noChangeShapeType="1"/>
          </p:cNvSpPr>
          <p:nvPr/>
        </p:nvSpPr>
        <p:spPr bwMode="auto">
          <a:xfrm>
            <a:off x="2133600" y="1819573"/>
            <a:ext cx="7924800"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72" name="Line 7"/>
          <p:cNvSpPr>
            <a:spLocks noChangeShapeType="1"/>
          </p:cNvSpPr>
          <p:nvPr/>
        </p:nvSpPr>
        <p:spPr bwMode="auto">
          <a:xfrm>
            <a:off x="2743200" y="1447800"/>
            <a:ext cx="7315200"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73" name="Line 8"/>
          <p:cNvSpPr>
            <a:spLocks noChangeShapeType="1"/>
          </p:cNvSpPr>
          <p:nvPr/>
        </p:nvSpPr>
        <p:spPr bwMode="auto">
          <a:xfrm>
            <a:off x="2133600" y="2174360"/>
            <a:ext cx="7924800"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74" name="Line 9"/>
          <p:cNvSpPr>
            <a:spLocks noChangeShapeType="1"/>
          </p:cNvSpPr>
          <p:nvPr/>
        </p:nvSpPr>
        <p:spPr bwMode="auto">
          <a:xfrm>
            <a:off x="2133600" y="2545060"/>
            <a:ext cx="7924800"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75" name="Line 10"/>
          <p:cNvSpPr>
            <a:spLocks noChangeShapeType="1"/>
          </p:cNvSpPr>
          <p:nvPr/>
        </p:nvSpPr>
        <p:spPr bwMode="auto">
          <a:xfrm>
            <a:off x="2133600" y="2926060"/>
            <a:ext cx="7924800"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76" name="Line 11"/>
          <p:cNvSpPr>
            <a:spLocks noChangeShapeType="1"/>
          </p:cNvSpPr>
          <p:nvPr/>
        </p:nvSpPr>
        <p:spPr bwMode="auto">
          <a:xfrm>
            <a:off x="2133600" y="3307060"/>
            <a:ext cx="7924800"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77" name="Line 12"/>
          <p:cNvSpPr>
            <a:spLocks noChangeShapeType="1"/>
          </p:cNvSpPr>
          <p:nvPr/>
        </p:nvSpPr>
        <p:spPr bwMode="auto">
          <a:xfrm>
            <a:off x="2133600" y="3688060"/>
            <a:ext cx="7924800"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78" name="Line 13"/>
          <p:cNvSpPr>
            <a:spLocks noChangeShapeType="1"/>
          </p:cNvSpPr>
          <p:nvPr/>
        </p:nvSpPr>
        <p:spPr bwMode="auto">
          <a:xfrm>
            <a:off x="2133600" y="4450060"/>
            <a:ext cx="7924800"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79" name="Line 14"/>
          <p:cNvSpPr>
            <a:spLocks noChangeShapeType="1"/>
          </p:cNvSpPr>
          <p:nvPr/>
        </p:nvSpPr>
        <p:spPr bwMode="auto">
          <a:xfrm>
            <a:off x="2133600" y="4831060"/>
            <a:ext cx="7924800"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80" name="Line 15"/>
          <p:cNvSpPr>
            <a:spLocks noChangeShapeType="1"/>
          </p:cNvSpPr>
          <p:nvPr/>
        </p:nvSpPr>
        <p:spPr bwMode="auto">
          <a:xfrm>
            <a:off x="2133600" y="5212060"/>
            <a:ext cx="7924800"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81" name="Line 16"/>
          <p:cNvSpPr>
            <a:spLocks noChangeShapeType="1"/>
          </p:cNvSpPr>
          <p:nvPr/>
        </p:nvSpPr>
        <p:spPr bwMode="auto">
          <a:xfrm>
            <a:off x="2133600" y="5593060"/>
            <a:ext cx="7924800"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82" name="Line 17"/>
          <p:cNvSpPr>
            <a:spLocks noChangeShapeType="1"/>
          </p:cNvSpPr>
          <p:nvPr/>
        </p:nvSpPr>
        <p:spPr bwMode="auto">
          <a:xfrm>
            <a:off x="2133600" y="5974060"/>
            <a:ext cx="7924800"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83" name="Line 18"/>
          <p:cNvSpPr>
            <a:spLocks noChangeShapeType="1"/>
          </p:cNvSpPr>
          <p:nvPr/>
        </p:nvSpPr>
        <p:spPr bwMode="auto">
          <a:xfrm>
            <a:off x="4876800" y="1447800"/>
            <a:ext cx="0" cy="490726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84" name="Line 19"/>
          <p:cNvSpPr>
            <a:spLocks noChangeShapeType="1"/>
          </p:cNvSpPr>
          <p:nvPr/>
        </p:nvSpPr>
        <p:spPr bwMode="auto">
          <a:xfrm>
            <a:off x="3352800" y="1447800"/>
            <a:ext cx="0" cy="490726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85" name="Line 20"/>
          <p:cNvSpPr>
            <a:spLocks noChangeShapeType="1"/>
          </p:cNvSpPr>
          <p:nvPr/>
        </p:nvSpPr>
        <p:spPr bwMode="auto">
          <a:xfrm>
            <a:off x="4038600" y="1447800"/>
            <a:ext cx="0" cy="490726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86" name="Line 21"/>
          <p:cNvSpPr>
            <a:spLocks noChangeShapeType="1"/>
          </p:cNvSpPr>
          <p:nvPr/>
        </p:nvSpPr>
        <p:spPr bwMode="auto">
          <a:xfrm>
            <a:off x="5715000" y="1447800"/>
            <a:ext cx="0" cy="490726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87" name="Line 22"/>
          <p:cNvSpPr>
            <a:spLocks noChangeShapeType="1"/>
          </p:cNvSpPr>
          <p:nvPr/>
        </p:nvSpPr>
        <p:spPr bwMode="auto">
          <a:xfrm>
            <a:off x="6477000" y="1447800"/>
            <a:ext cx="0" cy="490726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88" name="Line 23"/>
          <p:cNvSpPr>
            <a:spLocks noChangeShapeType="1"/>
          </p:cNvSpPr>
          <p:nvPr/>
        </p:nvSpPr>
        <p:spPr bwMode="auto">
          <a:xfrm>
            <a:off x="8229600" y="1447800"/>
            <a:ext cx="0" cy="490726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89" name="Line 24"/>
          <p:cNvSpPr>
            <a:spLocks noChangeShapeType="1"/>
          </p:cNvSpPr>
          <p:nvPr/>
        </p:nvSpPr>
        <p:spPr bwMode="auto">
          <a:xfrm>
            <a:off x="9144000" y="1447800"/>
            <a:ext cx="0" cy="490726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chemeClr val="bg1"/>
              </a:solidFill>
              <a:latin typeface="+mj-ea"/>
              <a:ea typeface="+mj-ea"/>
            </a:endParaRPr>
          </a:p>
        </p:txBody>
      </p:sp>
      <p:sp>
        <p:nvSpPr>
          <p:cNvPr id="62491" name="Text Box 26"/>
          <p:cNvSpPr txBox="1">
            <a:spLocks noChangeArrowheads="1"/>
          </p:cNvSpPr>
          <p:nvPr/>
        </p:nvSpPr>
        <p:spPr bwMode="auto">
          <a:xfrm>
            <a:off x="2209800" y="990600"/>
            <a:ext cx="492443" cy="830997"/>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400" b="1">
                <a:solidFill>
                  <a:schemeClr val="bg1"/>
                </a:solidFill>
                <a:latin typeface="+mj-ea"/>
                <a:ea typeface="+mj-ea"/>
              </a:rPr>
              <a:t>状</a:t>
            </a:r>
          </a:p>
          <a:p>
            <a:pPr eaLnBrk="1" hangingPunct="1"/>
            <a:r>
              <a:rPr kumimoji="1" lang="zh-CN" altLang="en-US" sz="2400" b="1">
                <a:solidFill>
                  <a:schemeClr val="bg1"/>
                </a:solidFill>
                <a:latin typeface="+mj-ea"/>
                <a:ea typeface="+mj-ea"/>
              </a:rPr>
              <a:t>态</a:t>
            </a:r>
          </a:p>
        </p:txBody>
      </p:sp>
      <p:sp>
        <p:nvSpPr>
          <p:cNvPr id="62492" name="Text Box 27"/>
          <p:cNvSpPr txBox="1">
            <a:spLocks noChangeArrowheads="1"/>
          </p:cNvSpPr>
          <p:nvPr/>
        </p:nvSpPr>
        <p:spPr bwMode="auto">
          <a:xfrm>
            <a:off x="2270125" y="1769399"/>
            <a:ext cx="373820"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0</a:t>
            </a:r>
          </a:p>
        </p:txBody>
      </p:sp>
      <p:sp>
        <p:nvSpPr>
          <p:cNvPr id="62493" name="Text Box 28"/>
          <p:cNvSpPr txBox="1">
            <a:spLocks noChangeArrowheads="1"/>
          </p:cNvSpPr>
          <p:nvPr/>
        </p:nvSpPr>
        <p:spPr bwMode="auto">
          <a:xfrm>
            <a:off x="2270125" y="2133600"/>
            <a:ext cx="373820"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1</a:t>
            </a:r>
          </a:p>
        </p:txBody>
      </p:sp>
      <p:sp>
        <p:nvSpPr>
          <p:cNvPr id="62494" name="Text Box 29"/>
          <p:cNvSpPr txBox="1">
            <a:spLocks noChangeArrowheads="1"/>
          </p:cNvSpPr>
          <p:nvPr/>
        </p:nvSpPr>
        <p:spPr bwMode="auto">
          <a:xfrm>
            <a:off x="2270125" y="2510135"/>
            <a:ext cx="373820"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2</a:t>
            </a:r>
          </a:p>
        </p:txBody>
      </p:sp>
      <p:sp>
        <p:nvSpPr>
          <p:cNvPr id="62495" name="Text Box 30"/>
          <p:cNvSpPr txBox="1">
            <a:spLocks noChangeArrowheads="1"/>
          </p:cNvSpPr>
          <p:nvPr/>
        </p:nvSpPr>
        <p:spPr bwMode="auto">
          <a:xfrm>
            <a:off x="2270125" y="2891135"/>
            <a:ext cx="373820"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3</a:t>
            </a:r>
          </a:p>
        </p:txBody>
      </p:sp>
      <p:sp>
        <p:nvSpPr>
          <p:cNvPr id="62496" name="Text Box 31"/>
          <p:cNvSpPr txBox="1">
            <a:spLocks noChangeArrowheads="1"/>
          </p:cNvSpPr>
          <p:nvPr/>
        </p:nvSpPr>
        <p:spPr bwMode="auto">
          <a:xfrm>
            <a:off x="2270125" y="3272135"/>
            <a:ext cx="373820"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4</a:t>
            </a:r>
          </a:p>
        </p:txBody>
      </p:sp>
      <p:sp>
        <p:nvSpPr>
          <p:cNvPr id="62497" name="Text Box 32"/>
          <p:cNvSpPr txBox="1">
            <a:spLocks noChangeArrowheads="1"/>
          </p:cNvSpPr>
          <p:nvPr/>
        </p:nvSpPr>
        <p:spPr bwMode="auto">
          <a:xfrm>
            <a:off x="2270125" y="3653135"/>
            <a:ext cx="373820"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5</a:t>
            </a:r>
          </a:p>
        </p:txBody>
      </p:sp>
      <p:sp>
        <p:nvSpPr>
          <p:cNvPr id="62498" name="Text Box 33"/>
          <p:cNvSpPr txBox="1">
            <a:spLocks noChangeArrowheads="1"/>
          </p:cNvSpPr>
          <p:nvPr/>
        </p:nvSpPr>
        <p:spPr bwMode="auto">
          <a:xfrm>
            <a:off x="2270125" y="4034135"/>
            <a:ext cx="373820"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6</a:t>
            </a:r>
          </a:p>
        </p:txBody>
      </p:sp>
      <p:sp>
        <p:nvSpPr>
          <p:cNvPr id="62499" name="Text Box 34"/>
          <p:cNvSpPr txBox="1">
            <a:spLocks noChangeArrowheads="1"/>
          </p:cNvSpPr>
          <p:nvPr/>
        </p:nvSpPr>
        <p:spPr bwMode="auto">
          <a:xfrm>
            <a:off x="2286000" y="4450060"/>
            <a:ext cx="373820"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7</a:t>
            </a:r>
          </a:p>
        </p:txBody>
      </p:sp>
      <p:sp>
        <p:nvSpPr>
          <p:cNvPr id="62500" name="Text Box 35"/>
          <p:cNvSpPr txBox="1">
            <a:spLocks noChangeArrowheads="1"/>
          </p:cNvSpPr>
          <p:nvPr/>
        </p:nvSpPr>
        <p:spPr bwMode="auto">
          <a:xfrm>
            <a:off x="2270125" y="4796135"/>
            <a:ext cx="373820"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8</a:t>
            </a:r>
          </a:p>
        </p:txBody>
      </p:sp>
      <p:sp>
        <p:nvSpPr>
          <p:cNvPr id="62501" name="Text Box 36"/>
          <p:cNvSpPr txBox="1">
            <a:spLocks noChangeArrowheads="1"/>
          </p:cNvSpPr>
          <p:nvPr/>
        </p:nvSpPr>
        <p:spPr bwMode="auto">
          <a:xfrm>
            <a:off x="2270125" y="5177135"/>
            <a:ext cx="373820"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9</a:t>
            </a:r>
          </a:p>
        </p:txBody>
      </p:sp>
      <p:sp>
        <p:nvSpPr>
          <p:cNvPr id="62502" name="Text Box 37"/>
          <p:cNvSpPr txBox="1">
            <a:spLocks noChangeArrowheads="1"/>
          </p:cNvSpPr>
          <p:nvPr/>
        </p:nvSpPr>
        <p:spPr bwMode="auto">
          <a:xfrm>
            <a:off x="2193925" y="5558135"/>
            <a:ext cx="562975"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10</a:t>
            </a:r>
          </a:p>
        </p:txBody>
      </p:sp>
      <p:sp>
        <p:nvSpPr>
          <p:cNvPr id="62503" name="Text Box 38"/>
          <p:cNvSpPr txBox="1">
            <a:spLocks noChangeArrowheads="1"/>
          </p:cNvSpPr>
          <p:nvPr/>
        </p:nvSpPr>
        <p:spPr bwMode="auto">
          <a:xfrm>
            <a:off x="2193925" y="5939135"/>
            <a:ext cx="562975"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11</a:t>
            </a:r>
          </a:p>
        </p:txBody>
      </p:sp>
      <p:sp>
        <p:nvSpPr>
          <p:cNvPr id="62504" name="Text Box 39"/>
          <p:cNvSpPr txBox="1">
            <a:spLocks noChangeArrowheads="1"/>
          </p:cNvSpPr>
          <p:nvPr/>
        </p:nvSpPr>
        <p:spPr bwMode="auto">
          <a:xfrm>
            <a:off x="4403725" y="990600"/>
            <a:ext cx="1141659"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action</a:t>
            </a:r>
          </a:p>
        </p:txBody>
      </p:sp>
      <p:sp>
        <p:nvSpPr>
          <p:cNvPr id="62505" name="Text Box 40"/>
          <p:cNvSpPr txBox="1">
            <a:spLocks noChangeArrowheads="1"/>
          </p:cNvSpPr>
          <p:nvPr/>
        </p:nvSpPr>
        <p:spPr bwMode="auto">
          <a:xfrm>
            <a:off x="8289925" y="990600"/>
            <a:ext cx="920701"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goto</a:t>
            </a:r>
          </a:p>
        </p:txBody>
      </p:sp>
      <p:sp>
        <p:nvSpPr>
          <p:cNvPr id="62506" name="Text Box 41"/>
          <p:cNvSpPr txBox="1">
            <a:spLocks noChangeArrowheads="1"/>
          </p:cNvSpPr>
          <p:nvPr/>
        </p:nvSpPr>
        <p:spPr bwMode="auto">
          <a:xfrm>
            <a:off x="2902893" y="1402060"/>
            <a:ext cx="276038"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i</a:t>
            </a:r>
          </a:p>
        </p:txBody>
      </p:sp>
      <p:sp>
        <p:nvSpPr>
          <p:cNvPr id="62507" name="Text Box 42"/>
          <p:cNvSpPr txBox="1">
            <a:spLocks noChangeArrowheads="1"/>
          </p:cNvSpPr>
          <p:nvPr/>
        </p:nvSpPr>
        <p:spPr bwMode="auto">
          <a:xfrm>
            <a:off x="3505200" y="1402061"/>
            <a:ext cx="41870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a:t>
            </a:r>
          </a:p>
        </p:txBody>
      </p:sp>
      <p:sp>
        <p:nvSpPr>
          <p:cNvPr id="62508" name="Text Box 43"/>
          <p:cNvSpPr txBox="1">
            <a:spLocks noChangeArrowheads="1"/>
          </p:cNvSpPr>
          <p:nvPr/>
        </p:nvSpPr>
        <p:spPr bwMode="auto">
          <a:xfrm>
            <a:off x="4343400" y="1478260"/>
            <a:ext cx="336550" cy="457200"/>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a:t>
            </a:r>
          </a:p>
        </p:txBody>
      </p:sp>
      <p:sp>
        <p:nvSpPr>
          <p:cNvPr id="62509" name="Text Box 44"/>
          <p:cNvSpPr txBox="1">
            <a:spLocks noChangeArrowheads="1"/>
          </p:cNvSpPr>
          <p:nvPr/>
        </p:nvSpPr>
        <p:spPr bwMode="auto">
          <a:xfrm>
            <a:off x="5181600" y="1402060"/>
            <a:ext cx="304892"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a:t>
            </a:r>
          </a:p>
        </p:txBody>
      </p:sp>
      <p:sp>
        <p:nvSpPr>
          <p:cNvPr id="62510" name="Text Box 45"/>
          <p:cNvSpPr txBox="1">
            <a:spLocks noChangeArrowheads="1"/>
          </p:cNvSpPr>
          <p:nvPr/>
        </p:nvSpPr>
        <p:spPr bwMode="auto">
          <a:xfrm>
            <a:off x="5943600" y="1402060"/>
            <a:ext cx="304892"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a:t>
            </a:r>
          </a:p>
        </p:txBody>
      </p:sp>
      <p:sp>
        <p:nvSpPr>
          <p:cNvPr id="62511" name="Text Box 46"/>
          <p:cNvSpPr txBox="1">
            <a:spLocks noChangeArrowheads="1"/>
          </p:cNvSpPr>
          <p:nvPr/>
        </p:nvSpPr>
        <p:spPr bwMode="auto">
          <a:xfrm>
            <a:off x="6781800" y="1381424"/>
            <a:ext cx="494046"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400" b="1">
                <a:solidFill>
                  <a:schemeClr val="bg1"/>
                </a:solidFill>
                <a:latin typeface="+mj-ea"/>
                <a:ea typeface="+mj-ea"/>
              </a:rPr>
              <a:t>＃</a:t>
            </a:r>
          </a:p>
        </p:txBody>
      </p:sp>
      <p:sp>
        <p:nvSpPr>
          <p:cNvPr id="62512" name="Text Box 47"/>
          <p:cNvSpPr txBox="1">
            <a:spLocks noChangeArrowheads="1"/>
          </p:cNvSpPr>
          <p:nvPr/>
        </p:nvSpPr>
        <p:spPr bwMode="auto">
          <a:xfrm>
            <a:off x="7620000" y="1402060"/>
            <a:ext cx="360996"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E</a:t>
            </a:r>
          </a:p>
        </p:txBody>
      </p:sp>
      <p:sp>
        <p:nvSpPr>
          <p:cNvPr id="62513" name="Text Box 48"/>
          <p:cNvSpPr txBox="1">
            <a:spLocks noChangeArrowheads="1"/>
          </p:cNvSpPr>
          <p:nvPr/>
        </p:nvSpPr>
        <p:spPr bwMode="auto">
          <a:xfrm>
            <a:off x="8534400" y="1402060"/>
            <a:ext cx="387350" cy="457200"/>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T</a:t>
            </a:r>
          </a:p>
        </p:txBody>
      </p:sp>
      <p:sp>
        <p:nvSpPr>
          <p:cNvPr id="62514" name="Text Box 49"/>
          <p:cNvSpPr txBox="1">
            <a:spLocks noChangeArrowheads="1"/>
          </p:cNvSpPr>
          <p:nvPr/>
        </p:nvSpPr>
        <p:spPr bwMode="auto">
          <a:xfrm>
            <a:off x="9372600" y="1402060"/>
            <a:ext cx="369888" cy="457200"/>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F</a:t>
            </a:r>
          </a:p>
        </p:txBody>
      </p:sp>
      <p:sp>
        <p:nvSpPr>
          <p:cNvPr id="62515" name="Text Box 50"/>
          <p:cNvSpPr txBox="1">
            <a:spLocks noChangeArrowheads="1"/>
          </p:cNvSpPr>
          <p:nvPr/>
        </p:nvSpPr>
        <p:spPr bwMode="auto">
          <a:xfrm>
            <a:off x="2810819" y="1766776"/>
            <a:ext cx="526106"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s5</a:t>
            </a:r>
          </a:p>
        </p:txBody>
      </p:sp>
      <p:sp>
        <p:nvSpPr>
          <p:cNvPr id="62516" name="Text Box 51"/>
          <p:cNvSpPr txBox="1">
            <a:spLocks noChangeArrowheads="1"/>
          </p:cNvSpPr>
          <p:nvPr/>
        </p:nvSpPr>
        <p:spPr bwMode="auto">
          <a:xfrm>
            <a:off x="5089526" y="1762311"/>
            <a:ext cx="526106"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s4</a:t>
            </a:r>
          </a:p>
        </p:txBody>
      </p:sp>
      <p:sp>
        <p:nvSpPr>
          <p:cNvPr id="62517" name="Text Box 52"/>
          <p:cNvSpPr txBox="1">
            <a:spLocks noChangeArrowheads="1"/>
          </p:cNvSpPr>
          <p:nvPr/>
        </p:nvSpPr>
        <p:spPr bwMode="auto">
          <a:xfrm>
            <a:off x="7585075" y="1769399"/>
            <a:ext cx="373820"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1</a:t>
            </a:r>
          </a:p>
        </p:txBody>
      </p:sp>
      <p:sp>
        <p:nvSpPr>
          <p:cNvPr id="62518" name="Text Box 53"/>
          <p:cNvSpPr txBox="1">
            <a:spLocks noChangeArrowheads="1"/>
          </p:cNvSpPr>
          <p:nvPr/>
        </p:nvSpPr>
        <p:spPr bwMode="auto">
          <a:xfrm>
            <a:off x="8531225" y="1762311"/>
            <a:ext cx="373820"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2</a:t>
            </a:r>
          </a:p>
        </p:txBody>
      </p:sp>
      <p:sp>
        <p:nvSpPr>
          <p:cNvPr id="62519" name="Text Box 54"/>
          <p:cNvSpPr txBox="1">
            <a:spLocks noChangeArrowheads="1"/>
          </p:cNvSpPr>
          <p:nvPr/>
        </p:nvSpPr>
        <p:spPr bwMode="auto">
          <a:xfrm>
            <a:off x="9432925" y="1762311"/>
            <a:ext cx="373820"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3</a:t>
            </a:r>
          </a:p>
        </p:txBody>
      </p:sp>
      <p:sp>
        <p:nvSpPr>
          <p:cNvPr id="62520" name="Text Box 55"/>
          <p:cNvSpPr txBox="1">
            <a:spLocks noChangeArrowheads="1"/>
          </p:cNvSpPr>
          <p:nvPr/>
        </p:nvSpPr>
        <p:spPr bwMode="auto">
          <a:xfrm>
            <a:off x="3429001" y="2129135"/>
            <a:ext cx="526106"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s6</a:t>
            </a:r>
          </a:p>
        </p:txBody>
      </p:sp>
      <p:sp>
        <p:nvSpPr>
          <p:cNvPr id="62521" name="Text Box 56"/>
          <p:cNvSpPr txBox="1">
            <a:spLocks noChangeArrowheads="1"/>
          </p:cNvSpPr>
          <p:nvPr/>
        </p:nvSpPr>
        <p:spPr bwMode="auto">
          <a:xfrm>
            <a:off x="6613526" y="2129135"/>
            <a:ext cx="67999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acc</a:t>
            </a:r>
          </a:p>
        </p:txBody>
      </p:sp>
      <p:sp>
        <p:nvSpPr>
          <p:cNvPr id="62522" name="Text Box 57"/>
          <p:cNvSpPr txBox="1">
            <a:spLocks noChangeArrowheads="1"/>
          </p:cNvSpPr>
          <p:nvPr/>
        </p:nvSpPr>
        <p:spPr bwMode="auto">
          <a:xfrm>
            <a:off x="3425825" y="2510135"/>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r2</a:t>
            </a:r>
          </a:p>
        </p:txBody>
      </p:sp>
      <p:sp>
        <p:nvSpPr>
          <p:cNvPr id="62523" name="Text Box 58"/>
          <p:cNvSpPr txBox="1">
            <a:spLocks noChangeArrowheads="1"/>
          </p:cNvSpPr>
          <p:nvPr/>
        </p:nvSpPr>
        <p:spPr bwMode="auto">
          <a:xfrm>
            <a:off x="4267201" y="2545060"/>
            <a:ext cx="526106"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s7</a:t>
            </a:r>
          </a:p>
        </p:txBody>
      </p:sp>
      <p:sp>
        <p:nvSpPr>
          <p:cNvPr id="62524" name="Text Box 59"/>
          <p:cNvSpPr txBox="1">
            <a:spLocks noChangeArrowheads="1"/>
          </p:cNvSpPr>
          <p:nvPr/>
        </p:nvSpPr>
        <p:spPr bwMode="auto">
          <a:xfrm>
            <a:off x="5867400" y="2545060"/>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r2</a:t>
            </a:r>
          </a:p>
        </p:txBody>
      </p:sp>
      <p:sp>
        <p:nvSpPr>
          <p:cNvPr id="62525" name="Text Box 60"/>
          <p:cNvSpPr txBox="1">
            <a:spLocks noChangeArrowheads="1"/>
          </p:cNvSpPr>
          <p:nvPr/>
        </p:nvSpPr>
        <p:spPr bwMode="auto">
          <a:xfrm>
            <a:off x="6705600" y="2545060"/>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r2</a:t>
            </a:r>
          </a:p>
        </p:txBody>
      </p:sp>
      <p:sp>
        <p:nvSpPr>
          <p:cNvPr id="62526" name="Text Box 61"/>
          <p:cNvSpPr txBox="1">
            <a:spLocks noChangeArrowheads="1"/>
          </p:cNvSpPr>
          <p:nvPr/>
        </p:nvSpPr>
        <p:spPr bwMode="auto">
          <a:xfrm>
            <a:off x="3425825" y="2891135"/>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r4</a:t>
            </a:r>
          </a:p>
        </p:txBody>
      </p:sp>
      <p:sp>
        <p:nvSpPr>
          <p:cNvPr id="62527" name="Text Box 62"/>
          <p:cNvSpPr txBox="1">
            <a:spLocks noChangeArrowheads="1"/>
          </p:cNvSpPr>
          <p:nvPr/>
        </p:nvSpPr>
        <p:spPr bwMode="auto">
          <a:xfrm>
            <a:off x="4267200" y="2895600"/>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r4</a:t>
            </a:r>
          </a:p>
        </p:txBody>
      </p:sp>
      <p:sp>
        <p:nvSpPr>
          <p:cNvPr id="62528" name="Text Box 63"/>
          <p:cNvSpPr txBox="1">
            <a:spLocks noChangeArrowheads="1"/>
          </p:cNvSpPr>
          <p:nvPr/>
        </p:nvSpPr>
        <p:spPr bwMode="auto">
          <a:xfrm>
            <a:off x="5867400" y="2895600"/>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r4</a:t>
            </a:r>
          </a:p>
        </p:txBody>
      </p:sp>
      <p:sp>
        <p:nvSpPr>
          <p:cNvPr id="62530" name="Text Box 65"/>
          <p:cNvSpPr txBox="1">
            <a:spLocks noChangeArrowheads="1"/>
          </p:cNvSpPr>
          <p:nvPr/>
        </p:nvSpPr>
        <p:spPr bwMode="auto">
          <a:xfrm>
            <a:off x="6705600" y="2895600"/>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r4</a:t>
            </a:r>
          </a:p>
        </p:txBody>
      </p:sp>
      <p:sp>
        <p:nvSpPr>
          <p:cNvPr id="62531" name="Text Box 66"/>
          <p:cNvSpPr txBox="1">
            <a:spLocks noChangeArrowheads="1"/>
          </p:cNvSpPr>
          <p:nvPr/>
        </p:nvSpPr>
        <p:spPr bwMode="auto">
          <a:xfrm>
            <a:off x="2826694" y="3276600"/>
            <a:ext cx="526106"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s5</a:t>
            </a:r>
          </a:p>
        </p:txBody>
      </p:sp>
      <p:sp>
        <p:nvSpPr>
          <p:cNvPr id="62532" name="Text Box 67"/>
          <p:cNvSpPr txBox="1">
            <a:spLocks noChangeArrowheads="1"/>
          </p:cNvSpPr>
          <p:nvPr/>
        </p:nvSpPr>
        <p:spPr bwMode="auto">
          <a:xfrm>
            <a:off x="5105401" y="3272135"/>
            <a:ext cx="526106"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s4</a:t>
            </a:r>
          </a:p>
        </p:txBody>
      </p:sp>
      <p:sp>
        <p:nvSpPr>
          <p:cNvPr id="62533" name="Text Box 68"/>
          <p:cNvSpPr txBox="1">
            <a:spLocks noChangeArrowheads="1"/>
          </p:cNvSpPr>
          <p:nvPr/>
        </p:nvSpPr>
        <p:spPr bwMode="auto">
          <a:xfrm>
            <a:off x="7607300" y="3307060"/>
            <a:ext cx="373820"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8</a:t>
            </a:r>
          </a:p>
        </p:txBody>
      </p:sp>
      <p:sp>
        <p:nvSpPr>
          <p:cNvPr id="62534" name="Text Box 69"/>
          <p:cNvSpPr txBox="1">
            <a:spLocks noChangeArrowheads="1"/>
          </p:cNvSpPr>
          <p:nvPr/>
        </p:nvSpPr>
        <p:spPr bwMode="auto">
          <a:xfrm>
            <a:off x="8534400" y="3307060"/>
            <a:ext cx="373820"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2</a:t>
            </a:r>
          </a:p>
        </p:txBody>
      </p:sp>
      <p:sp>
        <p:nvSpPr>
          <p:cNvPr id="62535" name="Text Box 70"/>
          <p:cNvSpPr txBox="1">
            <a:spLocks noChangeArrowheads="1"/>
          </p:cNvSpPr>
          <p:nvPr/>
        </p:nvSpPr>
        <p:spPr bwMode="auto">
          <a:xfrm>
            <a:off x="9417050" y="3307060"/>
            <a:ext cx="373820"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3</a:t>
            </a:r>
          </a:p>
        </p:txBody>
      </p:sp>
      <p:sp>
        <p:nvSpPr>
          <p:cNvPr id="62536" name="Text Box 71"/>
          <p:cNvSpPr txBox="1">
            <a:spLocks noChangeArrowheads="1"/>
          </p:cNvSpPr>
          <p:nvPr/>
        </p:nvSpPr>
        <p:spPr bwMode="auto">
          <a:xfrm>
            <a:off x="3429000" y="3657600"/>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r6</a:t>
            </a:r>
          </a:p>
        </p:txBody>
      </p:sp>
      <p:sp>
        <p:nvSpPr>
          <p:cNvPr id="62537" name="Text Box 72"/>
          <p:cNvSpPr txBox="1">
            <a:spLocks noChangeArrowheads="1"/>
          </p:cNvSpPr>
          <p:nvPr/>
        </p:nvSpPr>
        <p:spPr bwMode="auto">
          <a:xfrm>
            <a:off x="4267200" y="3657600"/>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r6</a:t>
            </a:r>
          </a:p>
        </p:txBody>
      </p:sp>
      <p:sp>
        <p:nvSpPr>
          <p:cNvPr id="62538" name="Text Box 73"/>
          <p:cNvSpPr txBox="1">
            <a:spLocks noChangeArrowheads="1"/>
          </p:cNvSpPr>
          <p:nvPr/>
        </p:nvSpPr>
        <p:spPr bwMode="auto">
          <a:xfrm>
            <a:off x="5867400" y="3657600"/>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r6</a:t>
            </a:r>
          </a:p>
        </p:txBody>
      </p:sp>
      <p:sp>
        <p:nvSpPr>
          <p:cNvPr id="62539" name="Text Box 74"/>
          <p:cNvSpPr txBox="1">
            <a:spLocks noChangeArrowheads="1"/>
          </p:cNvSpPr>
          <p:nvPr/>
        </p:nvSpPr>
        <p:spPr bwMode="auto">
          <a:xfrm>
            <a:off x="6705600" y="3657600"/>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r6</a:t>
            </a:r>
          </a:p>
        </p:txBody>
      </p:sp>
      <p:sp>
        <p:nvSpPr>
          <p:cNvPr id="62540" name="Text Box 75"/>
          <p:cNvSpPr txBox="1">
            <a:spLocks noChangeArrowheads="1"/>
          </p:cNvSpPr>
          <p:nvPr/>
        </p:nvSpPr>
        <p:spPr bwMode="auto">
          <a:xfrm>
            <a:off x="2810819" y="4034135"/>
            <a:ext cx="526106"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s5</a:t>
            </a:r>
          </a:p>
        </p:txBody>
      </p:sp>
      <p:sp>
        <p:nvSpPr>
          <p:cNvPr id="62541" name="Text Box 76"/>
          <p:cNvSpPr txBox="1">
            <a:spLocks noChangeArrowheads="1"/>
          </p:cNvSpPr>
          <p:nvPr/>
        </p:nvSpPr>
        <p:spPr bwMode="auto">
          <a:xfrm>
            <a:off x="5089526" y="4034135"/>
            <a:ext cx="526106"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s4</a:t>
            </a:r>
          </a:p>
        </p:txBody>
      </p:sp>
      <p:sp>
        <p:nvSpPr>
          <p:cNvPr id="62542" name="Text Box 77"/>
          <p:cNvSpPr txBox="1">
            <a:spLocks noChangeArrowheads="1"/>
          </p:cNvSpPr>
          <p:nvPr/>
        </p:nvSpPr>
        <p:spPr bwMode="auto">
          <a:xfrm>
            <a:off x="8547100" y="4034135"/>
            <a:ext cx="373820"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9</a:t>
            </a:r>
          </a:p>
        </p:txBody>
      </p:sp>
      <p:sp>
        <p:nvSpPr>
          <p:cNvPr id="62543" name="Text Box 78"/>
          <p:cNvSpPr txBox="1">
            <a:spLocks noChangeArrowheads="1"/>
          </p:cNvSpPr>
          <p:nvPr/>
        </p:nvSpPr>
        <p:spPr bwMode="auto">
          <a:xfrm>
            <a:off x="9432925" y="4034135"/>
            <a:ext cx="373820"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3</a:t>
            </a:r>
          </a:p>
        </p:txBody>
      </p:sp>
      <p:sp>
        <p:nvSpPr>
          <p:cNvPr id="62544" name="Text Box 79"/>
          <p:cNvSpPr txBox="1">
            <a:spLocks noChangeArrowheads="1"/>
          </p:cNvSpPr>
          <p:nvPr/>
        </p:nvSpPr>
        <p:spPr bwMode="auto">
          <a:xfrm>
            <a:off x="2818756" y="4434185"/>
            <a:ext cx="526106"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s5</a:t>
            </a:r>
          </a:p>
        </p:txBody>
      </p:sp>
      <p:sp>
        <p:nvSpPr>
          <p:cNvPr id="62545" name="Text Box 80"/>
          <p:cNvSpPr txBox="1">
            <a:spLocks noChangeArrowheads="1"/>
          </p:cNvSpPr>
          <p:nvPr/>
        </p:nvSpPr>
        <p:spPr bwMode="auto">
          <a:xfrm>
            <a:off x="5086351" y="4415135"/>
            <a:ext cx="526106"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s4</a:t>
            </a:r>
          </a:p>
        </p:txBody>
      </p:sp>
      <p:sp>
        <p:nvSpPr>
          <p:cNvPr id="62546" name="Text Box 81"/>
          <p:cNvSpPr txBox="1">
            <a:spLocks noChangeArrowheads="1"/>
          </p:cNvSpPr>
          <p:nvPr/>
        </p:nvSpPr>
        <p:spPr bwMode="auto">
          <a:xfrm>
            <a:off x="9356725" y="4415135"/>
            <a:ext cx="562975"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10</a:t>
            </a:r>
          </a:p>
        </p:txBody>
      </p:sp>
      <p:sp>
        <p:nvSpPr>
          <p:cNvPr id="62547" name="Text Box 82"/>
          <p:cNvSpPr txBox="1">
            <a:spLocks noChangeArrowheads="1"/>
          </p:cNvSpPr>
          <p:nvPr/>
        </p:nvSpPr>
        <p:spPr bwMode="auto">
          <a:xfrm>
            <a:off x="3429001" y="4800600"/>
            <a:ext cx="526106"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s6</a:t>
            </a:r>
          </a:p>
        </p:txBody>
      </p:sp>
      <p:sp>
        <p:nvSpPr>
          <p:cNvPr id="62548" name="Text Box 83"/>
          <p:cNvSpPr txBox="1">
            <a:spLocks noChangeArrowheads="1"/>
          </p:cNvSpPr>
          <p:nvPr/>
        </p:nvSpPr>
        <p:spPr bwMode="auto">
          <a:xfrm>
            <a:off x="5788026" y="4796135"/>
            <a:ext cx="715260"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s11</a:t>
            </a:r>
          </a:p>
        </p:txBody>
      </p:sp>
      <p:sp>
        <p:nvSpPr>
          <p:cNvPr id="62549" name="Text Box 84"/>
          <p:cNvSpPr txBox="1">
            <a:spLocks noChangeArrowheads="1"/>
          </p:cNvSpPr>
          <p:nvPr/>
        </p:nvSpPr>
        <p:spPr bwMode="auto">
          <a:xfrm>
            <a:off x="3441700" y="5177135"/>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r1</a:t>
            </a:r>
          </a:p>
        </p:txBody>
      </p:sp>
      <p:sp>
        <p:nvSpPr>
          <p:cNvPr id="62550" name="Text Box 85"/>
          <p:cNvSpPr txBox="1">
            <a:spLocks noChangeArrowheads="1"/>
          </p:cNvSpPr>
          <p:nvPr/>
        </p:nvSpPr>
        <p:spPr bwMode="auto">
          <a:xfrm>
            <a:off x="4279901" y="5177135"/>
            <a:ext cx="526106"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s7</a:t>
            </a:r>
          </a:p>
        </p:txBody>
      </p:sp>
      <p:sp>
        <p:nvSpPr>
          <p:cNvPr id="62551" name="Text Box 86"/>
          <p:cNvSpPr txBox="1">
            <a:spLocks noChangeArrowheads="1"/>
          </p:cNvSpPr>
          <p:nvPr/>
        </p:nvSpPr>
        <p:spPr bwMode="auto">
          <a:xfrm>
            <a:off x="5864225" y="5177135"/>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r1</a:t>
            </a:r>
          </a:p>
        </p:txBody>
      </p:sp>
      <p:sp>
        <p:nvSpPr>
          <p:cNvPr id="62552" name="Text Box 87"/>
          <p:cNvSpPr txBox="1">
            <a:spLocks noChangeArrowheads="1"/>
          </p:cNvSpPr>
          <p:nvPr/>
        </p:nvSpPr>
        <p:spPr bwMode="auto">
          <a:xfrm>
            <a:off x="6689725" y="5177135"/>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r1</a:t>
            </a:r>
          </a:p>
        </p:txBody>
      </p:sp>
      <p:sp>
        <p:nvSpPr>
          <p:cNvPr id="62553" name="Text Box 88"/>
          <p:cNvSpPr txBox="1">
            <a:spLocks noChangeArrowheads="1"/>
          </p:cNvSpPr>
          <p:nvPr/>
        </p:nvSpPr>
        <p:spPr bwMode="auto">
          <a:xfrm>
            <a:off x="3441700" y="5558135"/>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r3</a:t>
            </a:r>
          </a:p>
        </p:txBody>
      </p:sp>
      <p:sp>
        <p:nvSpPr>
          <p:cNvPr id="62554" name="Text Box 89"/>
          <p:cNvSpPr txBox="1">
            <a:spLocks noChangeArrowheads="1"/>
          </p:cNvSpPr>
          <p:nvPr/>
        </p:nvSpPr>
        <p:spPr bwMode="auto">
          <a:xfrm>
            <a:off x="4279900" y="5558135"/>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r3</a:t>
            </a:r>
          </a:p>
        </p:txBody>
      </p:sp>
      <p:sp>
        <p:nvSpPr>
          <p:cNvPr id="62555" name="Text Box 90"/>
          <p:cNvSpPr txBox="1">
            <a:spLocks noChangeArrowheads="1"/>
          </p:cNvSpPr>
          <p:nvPr/>
        </p:nvSpPr>
        <p:spPr bwMode="auto">
          <a:xfrm>
            <a:off x="5864225" y="5558135"/>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r3</a:t>
            </a:r>
          </a:p>
        </p:txBody>
      </p:sp>
      <p:sp>
        <p:nvSpPr>
          <p:cNvPr id="62556" name="Text Box 91"/>
          <p:cNvSpPr txBox="1">
            <a:spLocks noChangeArrowheads="1"/>
          </p:cNvSpPr>
          <p:nvPr/>
        </p:nvSpPr>
        <p:spPr bwMode="auto">
          <a:xfrm>
            <a:off x="6689725" y="5558135"/>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r3</a:t>
            </a:r>
          </a:p>
        </p:txBody>
      </p:sp>
      <p:sp>
        <p:nvSpPr>
          <p:cNvPr id="62557" name="Text Box 92"/>
          <p:cNvSpPr txBox="1">
            <a:spLocks noChangeArrowheads="1"/>
          </p:cNvSpPr>
          <p:nvPr/>
        </p:nvSpPr>
        <p:spPr bwMode="auto">
          <a:xfrm>
            <a:off x="3441700" y="5939135"/>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r5</a:t>
            </a:r>
          </a:p>
        </p:txBody>
      </p:sp>
      <p:sp>
        <p:nvSpPr>
          <p:cNvPr id="62558" name="Text Box 93"/>
          <p:cNvSpPr txBox="1">
            <a:spLocks noChangeArrowheads="1"/>
          </p:cNvSpPr>
          <p:nvPr/>
        </p:nvSpPr>
        <p:spPr bwMode="auto">
          <a:xfrm>
            <a:off x="4279900" y="5939135"/>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r5</a:t>
            </a:r>
          </a:p>
        </p:txBody>
      </p:sp>
      <p:sp>
        <p:nvSpPr>
          <p:cNvPr id="62559" name="Text Box 94"/>
          <p:cNvSpPr txBox="1">
            <a:spLocks noChangeArrowheads="1"/>
          </p:cNvSpPr>
          <p:nvPr/>
        </p:nvSpPr>
        <p:spPr bwMode="auto">
          <a:xfrm>
            <a:off x="5864225" y="5939135"/>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r5</a:t>
            </a:r>
          </a:p>
        </p:txBody>
      </p:sp>
      <p:sp>
        <p:nvSpPr>
          <p:cNvPr id="62560" name="Text Box 95"/>
          <p:cNvSpPr txBox="1">
            <a:spLocks noChangeArrowheads="1"/>
          </p:cNvSpPr>
          <p:nvPr/>
        </p:nvSpPr>
        <p:spPr bwMode="auto">
          <a:xfrm>
            <a:off x="6689725" y="5939135"/>
            <a:ext cx="503664" cy="461665"/>
          </a:xfrm>
          <a:prstGeom prst="rect">
            <a:avLst/>
          </a:prstGeom>
          <a:noFill/>
          <a:ln w="9525">
            <a:noFill/>
            <a:miter lim="800000"/>
            <a:headEnd/>
            <a:tailEnd/>
          </a:ln>
          <a:effec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r5</a:t>
            </a:r>
          </a:p>
        </p:txBody>
      </p:sp>
      <p:sp>
        <p:nvSpPr>
          <p:cNvPr id="2" name="标题 1">
            <a:extLst>
              <a:ext uri="{FF2B5EF4-FFF2-40B4-BE49-F238E27FC236}">
                <a16:creationId xmlns:a16="http://schemas.microsoft.com/office/drawing/2014/main" id="{3D00DC60-154B-421D-A6AE-7E7DE9225870}"/>
              </a:ext>
            </a:extLst>
          </p:cNvPr>
          <p:cNvSpPr>
            <a:spLocks noGrp="1"/>
          </p:cNvSpPr>
          <p:nvPr>
            <p:ph type="title"/>
          </p:nvPr>
        </p:nvSpPr>
        <p:spPr/>
        <p:txBody>
          <a:bodyPr/>
          <a:lstStyle/>
          <a:p>
            <a:r>
              <a:rPr lang="en-US" altLang="zh-CN"/>
              <a:t>LR</a:t>
            </a:r>
            <a:r>
              <a:rPr lang="zh-CN" altLang="en-US"/>
              <a:t>分析表</a:t>
            </a:r>
          </a:p>
        </p:txBody>
      </p:sp>
    </p:spTree>
    <p:extLst>
      <p:ext uri="{BB962C8B-B14F-4D97-AF65-F5344CB8AC3E}">
        <p14:creationId xmlns:p14="http://schemas.microsoft.com/office/powerpoint/2010/main" val="73820985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8" name="Rectangle 2"/>
          <p:cNvSpPr>
            <a:spLocks noGrp="1" noChangeArrowheads="1"/>
          </p:cNvSpPr>
          <p:nvPr>
            <p:ph idx="1"/>
          </p:nvPr>
        </p:nvSpPr>
        <p:spPr/>
        <p:txBody>
          <a:bodyPr>
            <a:normAutofit/>
          </a:bodyPr>
          <a:lstStyle/>
          <a:p>
            <a:r>
              <a:rPr lang="zh-CN" altLang="en-US" dirty="0"/>
              <a:t>初始时： </a:t>
            </a:r>
            <a:r>
              <a:rPr lang="en-US" altLang="zh-CN" dirty="0"/>
              <a:t>#</a:t>
            </a:r>
            <a:r>
              <a:rPr lang="zh-CN" altLang="en-US" dirty="0"/>
              <a:t>入符号栈， </a:t>
            </a:r>
            <a:r>
              <a:rPr lang="en-US" altLang="zh-CN" dirty="0"/>
              <a:t>0</a:t>
            </a:r>
            <a:r>
              <a:rPr lang="zh-CN" altLang="en-US" dirty="0"/>
              <a:t>入状态栈，</a:t>
            </a:r>
            <a:r>
              <a:rPr lang="zh-CN" altLang="zh-CN" dirty="0"/>
              <a:t>输入指针指向输入串的第一个符号</a:t>
            </a:r>
            <a:r>
              <a:rPr lang="zh-CN" altLang="en-US" dirty="0"/>
              <a:t>。</a:t>
            </a:r>
            <a:endParaRPr lang="en-US" altLang="zh-CN" dirty="0"/>
          </a:p>
          <a:p>
            <a:r>
              <a:rPr lang="zh-CN" altLang="en-US" dirty="0"/>
              <a:t>根据</a:t>
            </a:r>
            <a:r>
              <a:rPr lang="zh-CN" altLang="en-US" dirty="0">
                <a:sym typeface="Symbol" pitchFamily="18" charset="2"/>
              </a:rPr>
              <a:t>状态栈的</a:t>
            </a:r>
            <a:r>
              <a:rPr lang="zh-CN" altLang="en-US" dirty="0"/>
              <a:t>当前</a:t>
            </a:r>
            <a:r>
              <a:rPr lang="zh-CN" altLang="en-US" dirty="0">
                <a:sym typeface="Symbol" pitchFamily="18" charset="2"/>
              </a:rPr>
              <a:t>状态 </a:t>
            </a:r>
            <a:r>
              <a:rPr lang="en-US" altLang="zh-CN" dirty="0">
                <a:sym typeface="Symbol" pitchFamily="18" charset="2"/>
              </a:rPr>
              <a:t>s </a:t>
            </a:r>
            <a:r>
              <a:rPr lang="zh-CN" altLang="en-US" dirty="0">
                <a:sym typeface="Symbol" pitchFamily="18" charset="2"/>
              </a:rPr>
              <a:t>和输入符号 </a:t>
            </a:r>
            <a:r>
              <a:rPr lang="en-US" altLang="zh-CN" dirty="0">
                <a:sym typeface="Symbol" pitchFamily="18" charset="2"/>
              </a:rPr>
              <a:t>a </a:t>
            </a:r>
            <a:r>
              <a:rPr lang="zh-CN" altLang="en-US" dirty="0">
                <a:sym typeface="Symbol" pitchFamily="18" charset="2"/>
              </a:rPr>
              <a:t>查</a:t>
            </a:r>
            <a:r>
              <a:rPr lang="en-US" altLang="zh-CN" dirty="0">
                <a:sym typeface="Symbol" pitchFamily="18" charset="2"/>
              </a:rPr>
              <a:t>action</a:t>
            </a:r>
            <a:r>
              <a:rPr lang="zh-CN" altLang="en-US" dirty="0">
                <a:sym typeface="Symbol" pitchFamily="18" charset="2"/>
              </a:rPr>
              <a:t>表：</a:t>
            </a:r>
            <a:endParaRPr lang="zh-CN" altLang="en-US" dirty="0"/>
          </a:p>
          <a:p>
            <a:r>
              <a:rPr lang="en-US" altLang="zh-CN" dirty="0"/>
              <a:t>1.	</a:t>
            </a:r>
            <a:r>
              <a:rPr lang="zh-CN" altLang="en-US" dirty="0"/>
              <a:t>若 </a:t>
            </a:r>
            <a:r>
              <a:rPr lang="en-US" altLang="zh-CN" dirty="0"/>
              <a:t>action[</a:t>
            </a:r>
            <a:r>
              <a:rPr lang="en-US" altLang="zh-CN" dirty="0" err="1"/>
              <a:t>s</a:t>
            </a:r>
            <a:r>
              <a:rPr lang="en-US" altLang="zh-CN" dirty="0" err="1">
                <a:sym typeface="Symbol" pitchFamily="18" charset="2"/>
              </a:rPr>
              <a:t>,</a:t>
            </a:r>
            <a:r>
              <a:rPr lang="en-US" altLang="zh-CN" dirty="0" err="1"/>
              <a:t>a</a:t>
            </a:r>
            <a:r>
              <a:rPr lang="en-US" altLang="zh-CN" dirty="0"/>
              <a:t>] = </a:t>
            </a:r>
            <a:r>
              <a:rPr lang="en-US" altLang="zh-CN" dirty="0" err="1"/>
              <a:t>sj</a:t>
            </a:r>
            <a:r>
              <a:rPr lang="en-US" altLang="zh-CN" dirty="0"/>
              <a:t>   </a:t>
            </a:r>
            <a:r>
              <a:rPr lang="zh-CN" altLang="en-US" dirty="0"/>
              <a:t>（移进</a:t>
            </a:r>
            <a:r>
              <a:rPr lang="en-US" altLang="zh-CN" dirty="0"/>
              <a:t>shift</a:t>
            </a:r>
            <a:r>
              <a:rPr lang="zh-CN" altLang="en-US" dirty="0"/>
              <a:t>）</a:t>
            </a:r>
          </a:p>
          <a:p>
            <a:r>
              <a:rPr lang="zh-CN" altLang="en-US" dirty="0"/>
              <a:t>符号 </a:t>
            </a:r>
            <a:r>
              <a:rPr lang="en-US" altLang="zh-CN" dirty="0"/>
              <a:t>a </a:t>
            </a:r>
            <a:r>
              <a:rPr lang="zh-CN" altLang="en-US" dirty="0"/>
              <a:t>移进符号栈，状态 </a:t>
            </a:r>
            <a:r>
              <a:rPr lang="en-US" altLang="zh-CN" dirty="0"/>
              <a:t>j </a:t>
            </a:r>
            <a:r>
              <a:rPr lang="zh-CN" altLang="en-US" dirty="0"/>
              <a:t>移进状态栈，输入指针右移。</a:t>
            </a:r>
          </a:p>
          <a:p>
            <a:endParaRPr lang="en-US" altLang="zh-CN" dirty="0"/>
          </a:p>
          <a:p>
            <a:r>
              <a:rPr lang="en-US" altLang="zh-CN" dirty="0"/>
              <a:t>2.	</a:t>
            </a:r>
            <a:r>
              <a:rPr lang="zh-CN" altLang="en-US" dirty="0"/>
              <a:t>若 </a:t>
            </a:r>
            <a:r>
              <a:rPr lang="en-US" altLang="zh-CN" dirty="0"/>
              <a:t>action[</a:t>
            </a:r>
            <a:r>
              <a:rPr lang="en-US" altLang="zh-CN" dirty="0" err="1"/>
              <a:t>s</a:t>
            </a:r>
            <a:r>
              <a:rPr lang="en-US" altLang="zh-CN" dirty="0" err="1">
                <a:sym typeface="Symbol" pitchFamily="18" charset="2"/>
              </a:rPr>
              <a:t>,</a:t>
            </a:r>
            <a:r>
              <a:rPr lang="en-US" altLang="zh-CN" dirty="0" err="1"/>
              <a:t>a</a:t>
            </a:r>
            <a:r>
              <a:rPr lang="en-US" altLang="zh-CN" dirty="0"/>
              <a:t>] = </a:t>
            </a:r>
            <a:r>
              <a:rPr lang="en-US" altLang="zh-CN" dirty="0" err="1"/>
              <a:t>rj</a:t>
            </a:r>
            <a:r>
              <a:rPr lang="en-US" altLang="zh-CN" dirty="0"/>
              <a:t>   </a:t>
            </a:r>
            <a:r>
              <a:rPr lang="zh-CN" altLang="en-US" dirty="0"/>
              <a:t>（归约</a:t>
            </a:r>
            <a:r>
              <a:rPr lang="en-US" altLang="zh-CN" dirty="0"/>
              <a:t>reduce</a:t>
            </a:r>
            <a:r>
              <a:rPr lang="zh-CN" altLang="en-US" dirty="0"/>
              <a:t>）</a:t>
            </a:r>
          </a:p>
          <a:p>
            <a:r>
              <a:rPr lang="zh-CN" altLang="en-US" dirty="0"/>
              <a:t>按第 </a:t>
            </a:r>
            <a:r>
              <a:rPr lang="en-US" altLang="zh-CN" dirty="0"/>
              <a:t>j </a:t>
            </a:r>
            <a:r>
              <a:rPr lang="zh-CN" altLang="en-US" dirty="0"/>
              <a:t>个产生式</a:t>
            </a:r>
            <a:r>
              <a:rPr lang="zh-CN" altLang="en-US" dirty="0">
                <a:sym typeface="Symbol" pitchFamily="18" charset="2"/>
              </a:rPr>
              <a:t>归约。 设产生式为</a:t>
            </a:r>
            <a:r>
              <a:rPr lang="en-US" altLang="zh-CN" dirty="0"/>
              <a:t>A</a:t>
            </a:r>
            <a:r>
              <a:rPr lang="en-US" altLang="zh-CN" dirty="0">
                <a:sym typeface="Symbol" pitchFamily="18" charset="2"/>
              </a:rPr>
              <a:t></a:t>
            </a:r>
            <a:r>
              <a:rPr lang="en-US" altLang="zh-CN" dirty="0"/>
              <a:t>β</a:t>
            </a:r>
            <a:r>
              <a:rPr lang="zh-CN" altLang="en-US" dirty="0">
                <a:sym typeface="Symbol" pitchFamily="18" charset="2"/>
              </a:rPr>
              <a:t>，</a:t>
            </a:r>
            <a:r>
              <a:rPr lang="en-US" altLang="zh-CN" dirty="0"/>
              <a:t>β</a:t>
            </a:r>
            <a:r>
              <a:rPr lang="zh-CN" altLang="en-US" dirty="0">
                <a:sym typeface="Symbol" pitchFamily="18" charset="2"/>
              </a:rPr>
              <a:t>的长度为 </a:t>
            </a:r>
            <a:r>
              <a:rPr lang="en-US" altLang="zh-CN" dirty="0">
                <a:sym typeface="Symbol" pitchFamily="18" charset="2"/>
              </a:rPr>
              <a:t>t </a:t>
            </a:r>
            <a:r>
              <a:rPr lang="zh-CN" altLang="en-US" dirty="0">
                <a:sym typeface="Symbol" pitchFamily="18" charset="2"/>
              </a:rPr>
              <a:t>，则从符号栈中弹出 </a:t>
            </a:r>
            <a:r>
              <a:rPr lang="en-US" altLang="zh-CN" dirty="0">
                <a:sym typeface="Symbol" pitchFamily="18" charset="2"/>
              </a:rPr>
              <a:t>t </a:t>
            </a:r>
            <a:r>
              <a:rPr lang="zh-CN" altLang="en-US" dirty="0">
                <a:sym typeface="Symbol" pitchFamily="18" charset="2"/>
              </a:rPr>
              <a:t>个符号，</a:t>
            </a:r>
            <a:r>
              <a:rPr lang="en-US" altLang="zh-CN" dirty="0">
                <a:sym typeface="Symbol" pitchFamily="18" charset="2"/>
              </a:rPr>
              <a:t> </a:t>
            </a:r>
            <a:r>
              <a:rPr lang="zh-CN" altLang="en-US" dirty="0">
                <a:sym typeface="Symbol" pitchFamily="18" charset="2"/>
              </a:rPr>
              <a:t>符号</a:t>
            </a:r>
            <a:r>
              <a:rPr lang="en-US" altLang="zh-CN" dirty="0">
                <a:sym typeface="Symbol" pitchFamily="18" charset="2"/>
              </a:rPr>
              <a:t>A</a:t>
            </a:r>
            <a:r>
              <a:rPr lang="zh-CN" altLang="en-US" dirty="0">
                <a:sym typeface="Symbol" pitchFamily="18" charset="2"/>
              </a:rPr>
              <a:t>移进符号</a:t>
            </a:r>
            <a:r>
              <a:rPr lang="zh-CN" altLang="en-US" dirty="0"/>
              <a:t>栈；从</a:t>
            </a:r>
            <a:r>
              <a:rPr lang="zh-CN" altLang="en-US" dirty="0">
                <a:sym typeface="Symbol" pitchFamily="18" charset="2"/>
              </a:rPr>
              <a:t>状态栈中弹出 </a:t>
            </a:r>
            <a:r>
              <a:rPr lang="en-US" altLang="zh-CN" dirty="0">
                <a:sym typeface="Symbol" pitchFamily="18" charset="2"/>
              </a:rPr>
              <a:t>t </a:t>
            </a:r>
            <a:r>
              <a:rPr lang="zh-CN" altLang="en-US" dirty="0">
                <a:sym typeface="Symbol" pitchFamily="18" charset="2"/>
              </a:rPr>
              <a:t>个状态，</a:t>
            </a:r>
            <a:r>
              <a:rPr lang="en-US" altLang="zh-CN" dirty="0" err="1">
                <a:sym typeface="Symbol" pitchFamily="18" charset="2"/>
              </a:rPr>
              <a:t>goto</a:t>
            </a:r>
            <a:r>
              <a:rPr lang="en-US" altLang="zh-CN" dirty="0">
                <a:sym typeface="Symbol" pitchFamily="18" charset="2"/>
              </a:rPr>
              <a:t>[</a:t>
            </a:r>
            <a:r>
              <a:rPr lang="en-US" altLang="zh-CN" dirty="0" err="1">
                <a:sym typeface="Symbol" pitchFamily="18" charset="2"/>
              </a:rPr>
              <a:t>i,A</a:t>
            </a:r>
            <a:r>
              <a:rPr lang="en-US" altLang="zh-CN" dirty="0">
                <a:sym typeface="Symbol" pitchFamily="18" charset="2"/>
              </a:rPr>
              <a:t>]</a:t>
            </a:r>
            <a:r>
              <a:rPr lang="zh-CN" altLang="en-US" dirty="0">
                <a:sym typeface="Symbol" pitchFamily="18" charset="2"/>
              </a:rPr>
              <a:t>移进状态栈。其中，</a:t>
            </a:r>
            <a:r>
              <a:rPr lang="en-US" altLang="zh-CN" dirty="0" err="1">
                <a:sym typeface="Symbol" pitchFamily="18" charset="2"/>
              </a:rPr>
              <a:t>i</a:t>
            </a:r>
            <a:r>
              <a:rPr lang="en-US" altLang="zh-CN" dirty="0">
                <a:sym typeface="Symbol" pitchFamily="18" charset="2"/>
              </a:rPr>
              <a:t> </a:t>
            </a:r>
            <a:r>
              <a:rPr lang="zh-CN" altLang="en-US" dirty="0">
                <a:sym typeface="Symbol" pitchFamily="18" charset="2"/>
              </a:rPr>
              <a:t>是从状态栈中弹出 </a:t>
            </a:r>
            <a:r>
              <a:rPr lang="en-US" altLang="zh-CN" dirty="0">
                <a:sym typeface="Symbol" pitchFamily="18" charset="2"/>
              </a:rPr>
              <a:t>t </a:t>
            </a:r>
            <a:r>
              <a:rPr lang="zh-CN" altLang="en-US" dirty="0">
                <a:sym typeface="Symbol" pitchFamily="18" charset="2"/>
              </a:rPr>
              <a:t>个状态后的栈顶状态。</a:t>
            </a:r>
          </a:p>
        </p:txBody>
      </p:sp>
      <p:sp>
        <p:nvSpPr>
          <p:cNvPr id="63491" name="Rectangle 6"/>
          <p:cNvSpPr>
            <a:spLocks noGrp="1" noChangeArrowheads="1"/>
          </p:cNvSpPr>
          <p:nvPr>
            <p:ph type="title"/>
          </p:nvPr>
        </p:nvSpPr>
        <p:spPr/>
        <p:txBody>
          <a:bodyPr/>
          <a:lstStyle/>
          <a:p>
            <a:r>
              <a:rPr lang="zh-CN" altLang="en-US" dirty="0"/>
              <a:t>控制程序</a:t>
            </a:r>
          </a:p>
        </p:txBody>
      </p:sp>
    </p:spTree>
    <p:extLst>
      <p:ext uri="{BB962C8B-B14F-4D97-AF65-F5344CB8AC3E}">
        <p14:creationId xmlns:p14="http://schemas.microsoft.com/office/powerpoint/2010/main" val="305492024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42" name="Rectangle 2"/>
          <p:cNvSpPr>
            <a:spLocks noGrp="1" noChangeArrowheads="1"/>
          </p:cNvSpPr>
          <p:nvPr>
            <p:ph idx="1"/>
          </p:nvPr>
        </p:nvSpPr>
        <p:spPr/>
        <p:txBody>
          <a:bodyPr/>
          <a:lstStyle/>
          <a:p>
            <a:r>
              <a:rPr lang="en-US" altLang="zh-CN" dirty="0">
                <a:sym typeface="Symbol" pitchFamily="18" charset="2"/>
              </a:rPr>
              <a:t>3.	</a:t>
            </a:r>
            <a:r>
              <a:rPr lang="zh-CN" altLang="en-US" dirty="0">
                <a:sym typeface="Symbol" pitchFamily="18" charset="2"/>
              </a:rPr>
              <a:t>若</a:t>
            </a:r>
            <a:r>
              <a:rPr lang="en-US" altLang="zh-CN" dirty="0">
                <a:sym typeface="Symbol" pitchFamily="18" charset="2"/>
              </a:rPr>
              <a:t>action[</a:t>
            </a:r>
            <a:r>
              <a:rPr lang="en-US" altLang="zh-CN" dirty="0" err="1">
                <a:sym typeface="Symbol" pitchFamily="18" charset="2"/>
              </a:rPr>
              <a:t>s,a</a:t>
            </a:r>
            <a:r>
              <a:rPr lang="en-US" altLang="zh-CN" dirty="0">
                <a:sym typeface="Symbol" pitchFamily="18" charset="2"/>
              </a:rPr>
              <a:t>]=</a:t>
            </a:r>
            <a:r>
              <a:rPr lang="en-US" altLang="zh-CN" dirty="0" err="1">
                <a:sym typeface="Symbol" pitchFamily="18" charset="2"/>
              </a:rPr>
              <a:t>acc</a:t>
            </a:r>
            <a:r>
              <a:rPr lang="en-US" altLang="zh-CN" dirty="0">
                <a:sym typeface="Symbol" pitchFamily="18" charset="2"/>
              </a:rPr>
              <a:t> </a:t>
            </a:r>
            <a:r>
              <a:rPr lang="zh-CN" altLang="en-US" dirty="0"/>
              <a:t>（接收）</a:t>
            </a:r>
            <a:endParaRPr lang="zh-CN" altLang="en-US" dirty="0">
              <a:sym typeface="Symbol" pitchFamily="18" charset="2"/>
            </a:endParaRPr>
          </a:p>
          <a:p>
            <a:r>
              <a:rPr lang="zh-CN" altLang="en-US" dirty="0">
                <a:sym typeface="Symbol" pitchFamily="18" charset="2"/>
              </a:rPr>
              <a:t>输入串合法，分析结束。</a:t>
            </a:r>
          </a:p>
          <a:p>
            <a:endParaRPr lang="en-US" altLang="zh-CN" dirty="0">
              <a:sym typeface="Symbol" pitchFamily="18" charset="2"/>
            </a:endParaRPr>
          </a:p>
          <a:p>
            <a:r>
              <a:rPr lang="en-US" altLang="zh-CN" dirty="0">
                <a:sym typeface="Symbol" pitchFamily="18" charset="2"/>
              </a:rPr>
              <a:t>4.	</a:t>
            </a:r>
            <a:r>
              <a:rPr lang="zh-CN" altLang="en-US" dirty="0">
                <a:sym typeface="Symbol" pitchFamily="18" charset="2"/>
              </a:rPr>
              <a:t>若</a:t>
            </a:r>
            <a:r>
              <a:rPr lang="en-US" altLang="zh-CN" dirty="0">
                <a:sym typeface="Symbol" pitchFamily="18" charset="2"/>
              </a:rPr>
              <a:t>action[</a:t>
            </a:r>
            <a:r>
              <a:rPr lang="en-US" altLang="zh-CN" dirty="0" err="1">
                <a:sym typeface="Symbol" pitchFamily="18" charset="2"/>
              </a:rPr>
              <a:t>s,a</a:t>
            </a:r>
            <a:r>
              <a:rPr lang="en-US" altLang="zh-CN" dirty="0">
                <a:sym typeface="Symbol" pitchFamily="18" charset="2"/>
              </a:rPr>
              <a:t>] </a:t>
            </a:r>
            <a:r>
              <a:rPr lang="zh-CN" altLang="en-US" dirty="0">
                <a:sym typeface="Symbol" pitchFamily="18" charset="2"/>
              </a:rPr>
              <a:t>或 </a:t>
            </a:r>
            <a:r>
              <a:rPr lang="en-US" altLang="zh-CN" dirty="0" err="1">
                <a:sym typeface="Symbol" pitchFamily="18" charset="2"/>
              </a:rPr>
              <a:t>goto</a:t>
            </a:r>
            <a:r>
              <a:rPr lang="en-US" altLang="zh-CN" dirty="0">
                <a:sym typeface="Symbol" pitchFamily="18" charset="2"/>
              </a:rPr>
              <a:t>[</a:t>
            </a:r>
            <a:r>
              <a:rPr lang="en-US" altLang="zh-CN" dirty="0" err="1">
                <a:sym typeface="Symbol" pitchFamily="18" charset="2"/>
              </a:rPr>
              <a:t>i,A</a:t>
            </a:r>
            <a:r>
              <a:rPr lang="en-US" altLang="zh-CN" dirty="0">
                <a:sym typeface="Symbol" pitchFamily="18" charset="2"/>
              </a:rPr>
              <a:t>]</a:t>
            </a:r>
            <a:r>
              <a:rPr lang="zh-CN" altLang="en-US" dirty="0">
                <a:sym typeface="Symbol" pitchFamily="18" charset="2"/>
              </a:rPr>
              <a:t>为空 </a:t>
            </a:r>
            <a:r>
              <a:rPr lang="zh-CN" altLang="en-US" dirty="0"/>
              <a:t>（出错）</a:t>
            </a:r>
            <a:endParaRPr lang="zh-CN" altLang="en-US" dirty="0">
              <a:sym typeface="Symbol" pitchFamily="18" charset="2"/>
            </a:endParaRPr>
          </a:p>
          <a:p>
            <a:r>
              <a:rPr lang="zh-CN" altLang="en-US" dirty="0">
                <a:sym typeface="Symbol" pitchFamily="18" charset="2"/>
              </a:rPr>
              <a:t>输入串非法，分析结束。</a:t>
            </a:r>
            <a:endParaRPr lang="en-US" altLang="zh-CN" dirty="0">
              <a:sym typeface="Symbol" pitchFamily="18" charset="2"/>
            </a:endParaRPr>
          </a:p>
          <a:p>
            <a:endParaRPr lang="en-US" altLang="zh-CN" dirty="0">
              <a:sym typeface="Symbol" pitchFamily="18" charset="2"/>
            </a:endParaRPr>
          </a:p>
        </p:txBody>
      </p:sp>
      <p:sp>
        <p:nvSpPr>
          <p:cNvPr id="4" name="标题 3">
            <a:extLst>
              <a:ext uri="{FF2B5EF4-FFF2-40B4-BE49-F238E27FC236}">
                <a16:creationId xmlns:a16="http://schemas.microsoft.com/office/drawing/2014/main" id="{48E80E53-E0DE-431A-84F2-835F152FE688}"/>
              </a:ext>
            </a:extLst>
          </p:cNvPr>
          <p:cNvSpPr>
            <a:spLocks noGrp="1"/>
          </p:cNvSpPr>
          <p:nvPr>
            <p:ph type="title"/>
          </p:nvPr>
        </p:nvSpPr>
        <p:spPr/>
        <p:txBody>
          <a:bodyPr/>
          <a:lstStyle/>
          <a:p>
            <a:r>
              <a:rPr lang="zh-CN" altLang="en-US" dirty="0"/>
              <a:t>控制程序</a:t>
            </a:r>
          </a:p>
        </p:txBody>
      </p:sp>
    </p:spTree>
    <p:extLst>
      <p:ext uri="{BB962C8B-B14F-4D97-AF65-F5344CB8AC3E}">
        <p14:creationId xmlns:p14="http://schemas.microsoft.com/office/powerpoint/2010/main" val="388811511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ChangeArrowheads="1"/>
          </p:cNvSpPr>
          <p:nvPr/>
        </p:nvSpPr>
        <p:spPr bwMode="auto">
          <a:xfrm>
            <a:off x="4121038" y="1133475"/>
            <a:ext cx="7385161" cy="5111750"/>
          </a:xfrm>
          <a:prstGeom prst="rect">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40" name="Line 3"/>
          <p:cNvSpPr>
            <a:spLocks noChangeShapeType="1"/>
          </p:cNvSpPr>
          <p:nvPr/>
        </p:nvSpPr>
        <p:spPr bwMode="auto">
          <a:xfrm>
            <a:off x="4121037" y="3886200"/>
            <a:ext cx="7385161" cy="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41" name="Line 4"/>
          <p:cNvSpPr>
            <a:spLocks noChangeShapeType="1"/>
          </p:cNvSpPr>
          <p:nvPr/>
        </p:nvSpPr>
        <p:spPr bwMode="auto">
          <a:xfrm flipH="1" flipV="1">
            <a:off x="4724399" y="1133475"/>
            <a:ext cx="0" cy="511175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42" name="Line 5"/>
          <p:cNvSpPr>
            <a:spLocks noChangeShapeType="1"/>
          </p:cNvSpPr>
          <p:nvPr/>
        </p:nvSpPr>
        <p:spPr bwMode="auto">
          <a:xfrm>
            <a:off x="4121037" y="1752600"/>
            <a:ext cx="7385162" cy="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43" name="Line 6"/>
          <p:cNvSpPr>
            <a:spLocks noChangeShapeType="1"/>
          </p:cNvSpPr>
          <p:nvPr/>
        </p:nvSpPr>
        <p:spPr bwMode="auto">
          <a:xfrm flipV="1">
            <a:off x="4121037" y="2287290"/>
            <a:ext cx="7385161" cy="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44" name="Line 7"/>
          <p:cNvSpPr>
            <a:spLocks noChangeShapeType="1"/>
          </p:cNvSpPr>
          <p:nvPr/>
        </p:nvSpPr>
        <p:spPr bwMode="auto">
          <a:xfrm flipV="1">
            <a:off x="4121037" y="2820690"/>
            <a:ext cx="7385161" cy="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45" name="Line 8"/>
          <p:cNvSpPr>
            <a:spLocks noChangeShapeType="1"/>
          </p:cNvSpPr>
          <p:nvPr/>
        </p:nvSpPr>
        <p:spPr bwMode="auto">
          <a:xfrm>
            <a:off x="4121037" y="3352800"/>
            <a:ext cx="7385161" cy="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46" name="Line 9"/>
          <p:cNvSpPr>
            <a:spLocks noChangeShapeType="1"/>
          </p:cNvSpPr>
          <p:nvPr/>
        </p:nvSpPr>
        <p:spPr bwMode="auto">
          <a:xfrm>
            <a:off x="4121037" y="4419600"/>
            <a:ext cx="7385161" cy="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47" name="Line 10"/>
          <p:cNvSpPr>
            <a:spLocks noChangeShapeType="1"/>
          </p:cNvSpPr>
          <p:nvPr/>
        </p:nvSpPr>
        <p:spPr bwMode="auto">
          <a:xfrm>
            <a:off x="4121037" y="5029200"/>
            <a:ext cx="7385161" cy="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48" name="Line 11"/>
          <p:cNvSpPr>
            <a:spLocks noChangeShapeType="1"/>
          </p:cNvSpPr>
          <p:nvPr/>
        </p:nvSpPr>
        <p:spPr bwMode="auto">
          <a:xfrm>
            <a:off x="4121037" y="5638800"/>
            <a:ext cx="7385161" cy="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49" name="Line 12"/>
          <p:cNvSpPr>
            <a:spLocks noChangeShapeType="1"/>
          </p:cNvSpPr>
          <p:nvPr/>
        </p:nvSpPr>
        <p:spPr bwMode="auto">
          <a:xfrm flipH="1" flipV="1">
            <a:off x="6781799" y="1133475"/>
            <a:ext cx="0" cy="511175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50" name="Line 13"/>
          <p:cNvSpPr>
            <a:spLocks noChangeShapeType="1"/>
          </p:cNvSpPr>
          <p:nvPr/>
        </p:nvSpPr>
        <p:spPr bwMode="auto">
          <a:xfrm flipV="1">
            <a:off x="8839199" y="1133475"/>
            <a:ext cx="0" cy="511175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51" name="Line 14"/>
          <p:cNvSpPr>
            <a:spLocks noChangeShapeType="1"/>
          </p:cNvSpPr>
          <p:nvPr/>
        </p:nvSpPr>
        <p:spPr bwMode="auto">
          <a:xfrm flipH="1" flipV="1">
            <a:off x="10667999" y="1143001"/>
            <a:ext cx="1588" cy="5102225"/>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52" name="Text Box 15"/>
          <p:cNvSpPr txBox="1">
            <a:spLocks noChangeArrowheads="1"/>
          </p:cNvSpPr>
          <p:nvPr/>
        </p:nvSpPr>
        <p:spPr bwMode="auto">
          <a:xfrm>
            <a:off x="4334704" y="1773238"/>
            <a:ext cx="184150"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endParaRPr kumimoji="1" lang="en-US" sz="2400" b="1">
              <a:solidFill>
                <a:schemeClr val="bg1"/>
              </a:solidFill>
              <a:latin typeface="微软雅黑" panose="020B0503020204020204" pitchFamily="34" charset="-122"/>
              <a:ea typeface="微软雅黑" panose="020B0503020204020204" pitchFamily="34" charset="-122"/>
            </a:endParaRPr>
          </a:p>
        </p:txBody>
      </p:sp>
      <p:sp>
        <p:nvSpPr>
          <p:cNvPr id="65553" name="Text Box 16"/>
          <p:cNvSpPr txBox="1">
            <a:spLocks noChangeArrowheads="1"/>
          </p:cNvSpPr>
          <p:nvPr/>
        </p:nvSpPr>
        <p:spPr bwMode="auto">
          <a:xfrm>
            <a:off x="4274379" y="1781175"/>
            <a:ext cx="373820"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1</a:t>
            </a:r>
          </a:p>
        </p:txBody>
      </p:sp>
      <p:sp>
        <p:nvSpPr>
          <p:cNvPr id="65554" name="Text Box 17"/>
          <p:cNvSpPr txBox="1">
            <a:spLocks noChangeArrowheads="1"/>
          </p:cNvSpPr>
          <p:nvPr/>
        </p:nvSpPr>
        <p:spPr bwMode="auto">
          <a:xfrm>
            <a:off x="4274379" y="2332038"/>
            <a:ext cx="373820"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2</a:t>
            </a:r>
          </a:p>
        </p:txBody>
      </p:sp>
      <p:sp>
        <p:nvSpPr>
          <p:cNvPr id="65555" name="Text Box 18"/>
          <p:cNvSpPr txBox="1">
            <a:spLocks noChangeArrowheads="1"/>
          </p:cNvSpPr>
          <p:nvPr/>
        </p:nvSpPr>
        <p:spPr bwMode="auto">
          <a:xfrm>
            <a:off x="4258504" y="2908300"/>
            <a:ext cx="373820"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3</a:t>
            </a:r>
          </a:p>
        </p:txBody>
      </p:sp>
      <p:sp>
        <p:nvSpPr>
          <p:cNvPr id="65556" name="Text Box 19"/>
          <p:cNvSpPr txBox="1">
            <a:spLocks noChangeArrowheads="1"/>
          </p:cNvSpPr>
          <p:nvPr/>
        </p:nvSpPr>
        <p:spPr bwMode="auto">
          <a:xfrm>
            <a:off x="4258504" y="3436938"/>
            <a:ext cx="373820"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4</a:t>
            </a:r>
          </a:p>
        </p:txBody>
      </p:sp>
      <p:sp>
        <p:nvSpPr>
          <p:cNvPr id="65557" name="Text Box 20"/>
          <p:cNvSpPr txBox="1">
            <a:spLocks noChangeArrowheads="1"/>
          </p:cNvSpPr>
          <p:nvPr/>
        </p:nvSpPr>
        <p:spPr bwMode="auto">
          <a:xfrm>
            <a:off x="4258504" y="3952875"/>
            <a:ext cx="373820"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5</a:t>
            </a:r>
          </a:p>
        </p:txBody>
      </p:sp>
      <p:sp>
        <p:nvSpPr>
          <p:cNvPr id="65558" name="Text Box 21"/>
          <p:cNvSpPr txBox="1">
            <a:spLocks noChangeArrowheads="1"/>
          </p:cNvSpPr>
          <p:nvPr/>
        </p:nvSpPr>
        <p:spPr bwMode="auto">
          <a:xfrm>
            <a:off x="4258504" y="4558010"/>
            <a:ext cx="373820"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6</a:t>
            </a:r>
          </a:p>
        </p:txBody>
      </p:sp>
      <p:sp>
        <p:nvSpPr>
          <p:cNvPr id="65559" name="Text Box 22"/>
          <p:cNvSpPr txBox="1">
            <a:spLocks noChangeArrowheads="1"/>
          </p:cNvSpPr>
          <p:nvPr/>
        </p:nvSpPr>
        <p:spPr bwMode="auto">
          <a:xfrm>
            <a:off x="4258504" y="5165725"/>
            <a:ext cx="373820"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7</a:t>
            </a:r>
          </a:p>
        </p:txBody>
      </p:sp>
      <p:sp>
        <p:nvSpPr>
          <p:cNvPr id="65560" name="Text Box 23"/>
          <p:cNvSpPr txBox="1">
            <a:spLocks noChangeArrowheads="1"/>
          </p:cNvSpPr>
          <p:nvPr/>
        </p:nvSpPr>
        <p:spPr bwMode="auto">
          <a:xfrm>
            <a:off x="4258504" y="5747810"/>
            <a:ext cx="373820"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8</a:t>
            </a:r>
          </a:p>
        </p:txBody>
      </p:sp>
      <p:sp>
        <p:nvSpPr>
          <p:cNvPr id="65561" name="Text Box 24"/>
          <p:cNvSpPr txBox="1">
            <a:spLocks noChangeArrowheads="1"/>
          </p:cNvSpPr>
          <p:nvPr/>
        </p:nvSpPr>
        <p:spPr bwMode="auto">
          <a:xfrm>
            <a:off x="5135594" y="1228466"/>
            <a:ext cx="1112805"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400" b="1">
                <a:solidFill>
                  <a:schemeClr val="bg1"/>
                </a:solidFill>
                <a:latin typeface="微软雅黑" panose="020B0503020204020204" pitchFamily="34" charset="-122"/>
                <a:ea typeface="微软雅黑" panose="020B0503020204020204" pitchFamily="34" charset="-122"/>
              </a:rPr>
              <a:t>状态栈</a:t>
            </a:r>
          </a:p>
        </p:txBody>
      </p:sp>
      <p:sp>
        <p:nvSpPr>
          <p:cNvPr id="65562" name="Text Box 25"/>
          <p:cNvSpPr txBox="1">
            <a:spLocks noChangeArrowheads="1"/>
          </p:cNvSpPr>
          <p:nvPr/>
        </p:nvSpPr>
        <p:spPr bwMode="auto">
          <a:xfrm>
            <a:off x="7345394" y="1228466"/>
            <a:ext cx="1112805"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400" b="1">
                <a:solidFill>
                  <a:schemeClr val="bg1"/>
                </a:solidFill>
                <a:latin typeface="微软雅黑" panose="020B0503020204020204" pitchFamily="34" charset="-122"/>
                <a:ea typeface="微软雅黑" panose="020B0503020204020204" pitchFamily="34" charset="-122"/>
              </a:rPr>
              <a:t>符号栈</a:t>
            </a:r>
          </a:p>
        </p:txBody>
      </p:sp>
      <p:sp>
        <p:nvSpPr>
          <p:cNvPr id="65563" name="Text Box 26"/>
          <p:cNvSpPr txBox="1">
            <a:spLocks noChangeArrowheads="1"/>
          </p:cNvSpPr>
          <p:nvPr/>
        </p:nvSpPr>
        <p:spPr bwMode="auto">
          <a:xfrm>
            <a:off x="9296399" y="1228466"/>
            <a:ext cx="1112805"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zh-CN" altLang="en-US" sz="2400" b="1">
                <a:solidFill>
                  <a:schemeClr val="bg1"/>
                </a:solidFill>
                <a:latin typeface="微软雅黑" panose="020B0503020204020204" pitchFamily="34" charset="-122"/>
                <a:ea typeface="微软雅黑" panose="020B0503020204020204" pitchFamily="34" charset="-122"/>
              </a:rPr>
              <a:t>输入串</a:t>
            </a:r>
          </a:p>
        </p:txBody>
      </p:sp>
      <p:sp>
        <p:nvSpPr>
          <p:cNvPr id="65564" name="Text Box 27"/>
          <p:cNvSpPr txBox="1">
            <a:spLocks noChangeArrowheads="1"/>
          </p:cNvSpPr>
          <p:nvPr/>
        </p:nvSpPr>
        <p:spPr bwMode="auto">
          <a:xfrm>
            <a:off x="10667999" y="1230698"/>
            <a:ext cx="838201"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ctr" eaLnBrk="1" hangingPunct="1"/>
            <a:r>
              <a:rPr kumimoji="1" lang="zh-CN" altLang="en-US" sz="2400" b="1">
                <a:solidFill>
                  <a:schemeClr val="bg1"/>
                </a:solidFill>
                <a:latin typeface="微软雅黑" panose="020B0503020204020204" pitchFamily="34" charset="-122"/>
                <a:ea typeface="微软雅黑" panose="020B0503020204020204" pitchFamily="34" charset="-122"/>
              </a:rPr>
              <a:t>动作</a:t>
            </a:r>
          </a:p>
        </p:txBody>
      </p:sp>
      <p:sp>
        <p:nvSpPr>
          <p:cNvPr id="676892" name="Text Box 28"/>
          <p:cNvSpPr txBox="1">
            <a:spLocks noChangeArrowheads="1"/>
          </p:cNvSpPr>
          <p:nvPr/>
        </p:nvSpPr>
        <p:spPr bwMode="auto">
          <a:xfrm>
            <a:off x="6934199" y="1808163"/>
            <a:ext cx="1044575"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400" b="1">
                <a:solidFill>
                  <a:schemeClr val="bg1"/>
                </a:solidFill>
                <a:latin typeface="微软雅黑" panose="020B0503020204020204" pitchFamily="34" charset="-122"/>
                <a:ea typeface="微软雅黑" panose="020B0503020204020204" pitchFamily="34" charset="-122"/>
              </a:rPr>
              <a:t>＃</a:t>
            </a:r>
          </a:p>
        </p:txBody>
      </p:sp>
      <p:sp>
        <p:nvSpPr>
          <p:cNvPr id="676893" name="Text Box 29"/>
          <p:cNvSpPr txBox="1">
            <a:spLocks noChangeArrowheads="1"/>
          </p:cNvSpPr>
          <p:nvPr/>
        </p:nvSpPr>
        <p:spPr bwMode="auto">
          <a:xfrm>
            <a:off x="9061453" y="1828801"/>
            <a:ext cx="1608134"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en-US" altLang="zh-CN" sz="2400" b="1">
                <a:solidFill>
                  <a:schemeClr val="bg1"/>
                </a:solidFill>
                <a:latin typeface="微软雅黑" panose="020B0503020204020204" pitchFamily="34" charset="-122"/>
                <a:ea typeface="微软雅黑" panose="020B0503020204020204" pitchFamily="34" charset="-122"/>
              </a:rPr>
              <a:t>i + i * i </a:t>
            </a:r>
            <a:r>
              <a:rPr kumimoji="1" lang="zh-CN" altLang="en-US" sz="2400" b="1">
                <a:solidFill>
                  <a:schemeClr val="bg1"/>
                </a:solidFill>
                <a:latin typeface="微软雅黑" panose="020B0503020204020204" pitchFamily="34" charset="-122"/>
                <a:ea typeface="微软雅黑" panose="020B0503020204020204" pitchFamily="34" charset="-122"/>
              </a:rPr>
              <a:t>＃</a:t>
            </a:r>
          </a:p>
        </p:txBody>
      </p:sp>
      <p:sp>
        <p:nvSpPr>
          <p:cNvPr id="676894" name="Text Box 30"/>
          <p:cNvSpPr txBox="1">
            <a:spLocks noChangeArrowheads="1"/>
          </p:cNvSpPr>
          <p:nvPr/>
        </p:nvSpPr>
        <p:spPr bwMode="auto">
          <a:xfrm>
            <a:off x="10824046" y="1793875"/>
            <a:ext cx="526106"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ctr" eaLnBrk="1" hangingPunct="1"/>
            <a:r>
              <a:rPr kumimoji="1" lang="en-US" altLang="zh-CN" sz="2400" b="1">
                <a:solidFill>
                  <a:schemeClr val="bg1"/>
                </a:solidFill>
                <a:latin typeface="微软雅黑" panose="020B0503020204020204" pitchFamily="34" charset="-122"/>
                <a:ea typeface="微软雅黑" panose="020B0503020204020204" pitchFamily="34" charset="-122"/>
              </a:rPr>
              <a:t>s5</a:t>
            </a:r>
          </a:p>
        </p:txBody>
      </p:sp>
      <p:sp>
        <p:nvSpPr>
          <p:cNvPr id="676895" name="Text Box 31"/>
          <p:cNvSpPr txBox="1">
            <a:spLocks noChangeArrowheads="1"/>
          </p:cNvSpPr>
          <p:nvPr/>
        </p:nvSpPr>
        <p:spPr bwMode="auto">
          <a:xfrm>
            <a:off x="6934200" y="2895600"/>
            <a:ext cx="479426"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400" b="1">
                <a:solidFill>
                  <a:schemeClr val="bg1"/>
                </a:solidFill>
                <a:latin typeface="微软雅黑" panose="020B0503020204020204" pitchFamily="34" charset="-122"/>
                <a:ea typeface="微软雅黑" panose="020B0503020204020204" pitchFamily="34" charset="-122"/>
              </a:rPr>
              <a:t>＃</a:t>
            </a:r>
            <a:endParaRPr kumimoji="1" lang="en-US" altLang="zh-CN" sz="2400" b="1">
              <a:solidFill>
                <a:schemeClr val="bg1"/>
              </a:solidFill>
              <a:latin typeface="微软雅黑" panose="020B0503020204020204" pitchFamily="34" charset="-122"/>
              <a:ea typeface="微软雅黑" panose="020B0503020204020204" pitchFamily="34" charset="-122"/>
            </a:endParaRPr>
          </a:p>
        </p:txBody>
      </p:sp>
      <p:sp>
        <p:nvSpPr>
          <p:cNvPr id="676896" name="Text Box 32"/>
          <p:cNvSpPr txBox="1">
            <a:spLocks noChangeArrowheads="1"/>
          </p:cNvSpPr>
          <p:nvPr/>
        </p:nvSpPr>
        <p:spPr bwMode="auto">
          <a:xfrm>
            <a:off x="8986837" y="2895600"/>
            <a:ext cx="1682750"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en-US" altLang="zh-CN" sz="2400" b="1">
                <a:solidFill>
                  <a:schemeClr val="bg1"/>
                </a:solidFill>
                <a:latin typeface="微软雅黑" panose="020B0503020204020204" pitchFamily="34" charset="-122"/>
                <a:ea typeface="微软雅黑" panose="020B0503020204020204" pitchFamily="34" charset="-122"/>
              </a:rPr>
              <a:t>+ i * i </a:t>
            </a:r>
            <a:r>
              <a:rPr kumimoji="1" lang="zh-CN" altLang="en-US" sz="2400" b="1">
                <a:solidFill>
                  <a:schemeClr val="bg1"/>
                </a:solidFill>
                <a:latin typeface="微软雅黑" panose="020B0503020204020204" pitchFamily="34" charset="-122"/>
                <a:ea typeface="微软雅黑" panose="020B0503020204020204" pitchFamily="34" charset="-122"/>
              </a:rPr>
              <a:t>＃</a:t>
            </a:r>
          </a:p>
        </p:txBody>
      </p:sp>
      <p:sp>
        <p:nvSpPr>
          <p:cNvPr id="676897" name="Text Box 33"/>
          <p:cNvSpPr txBox="1">
            <a:spLocks noChangeArrowheads="1"/>
          </p:cNvSpPr>
          <p:nvPr/>
        </p:nvSpPr>
        <p:spPr bwMode="auto">
          <a:xfrm>
            <a:off x="10835267" y="2306638"/>
            <a:ext cx="503664"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ctr" eaLnBrk="1" hangingPunct="1"/>
            <a:r>
              <a:rPr kumimoji="1" lang="en-US" altLang="zh-CN" sz="2400" b="1">
                <a:solidFill>
                  <a:schemeClr val="bg1"/>
                </a:solidFill>
                <a:latin typeface="微软雅黑" panose="020B0503020204020204" pitchFamily="34" charset="-122"/>
                <a:ea typeface="微软雅黑" panose="020B0503020204020204" pitchFamily="34" charset="-122"/>
              </a:rPr>
              <a:t>r6</a:t>
            </a:r>
          </a:p>
        </p:txBody>
      </p:sp>
      <p:sp>
        <p:nvSpPr>
          <p:cNvPr id="676898" name="Text Box 34"/>
          <p:cNvSpPr txBox="1">
            <a:spLocks noChangeArrowheads="1"/>
          </p:cNvSpPr>
          <p:nvPr/>
        </p:nvSpPr>
        <p:spPr bwMode="auto">
          <a:xfrm>
            <a:off x="4800599" y="1793875"/>
            <a:ext cx="373820"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0</a:t>
            </a:r>
          </a:p>
        </p:txBody>
      </p:sp>
      <p:sp>
        <p:nvSpPr>
          <p:cNvPr id="676899" name="Text Box 35"/>
          <p:cNvSpPr txBox="1">
            <a:spLocks noChangeArrowheads="1"/>
          </p:cNvSpPr>
          <p:nvPr/>
        </p:nvSpPr>
        <p:spPr bwMode="auto">
          <a:xfrm>
            <a:off x="4800599" y="2327275"/>
            <a:ext cx="654346"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0 5</a:t>
            </a:r>
          </a:p>
        </p:txBody>
      </p:sp>
      <p:sp>
        <p:nvSpPr>
          <p:cNvPr id="676900" name="Text Box 36"/>
          <p:cNvSpPr txBox="1">
            <a:spLocks noChangeArrowheads="1"/>
          </p:cNvSpPr>
          <p:nvPr/>
        </p:nvSpPr>
        <p:spPr bwMode="auto">
          <a:xfrm>
            <a:off x="4816474" y="2895600"/>
            <a:ext cx="373820"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0</a:t>
            </a:r>
          </a:p>
        </p:txBody>
      </p:sp>
      <p:sp>
        <p:nvSpPr>
          <p:cNvPr id="676901" name="Text Box 37"/>
          <p:cNvSpPr txBox="1">
            <a:spLocks noChangeArrowheads="1"/>
          </p:cNvSpPr>
          <p:nvPr/>
        </p:nvSpPr>
        <p:spPr bwMode="auto">
          <a:xfrm>
            <a:off x="6934199" y="2362200"/>
            <a:ext cx="1273175"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400" b="1">
                <a:solidFill>
                  <a:schemeClr val="bg1"/>
                </a:solidFill>
                <a:latin typeface="微软雅黑" panose="020B0503020204020204" pitchFamily="34" charset="-122"/>
                <a:ea typeface="微软雅黑" panose="020B0503020204020204" pitchFamily="34" charset="-122"/>
              </a:rPr>
              <a:t>＃ </a:t>
            </a:r>
            <a:r>
              <a:rPr kumimoji="1" lang="en-US" altLang="zh-CN" sz="2400" b="1">
                <a:solidFill>
                  <a:schemeClr val="bg1"/>
                </a:solidFill>
                <a:latin typeface="微软雅黑" panose="020B0503020204020204" pitchFamily="34" charset="-122"/>
                <a:ea typeface="微软雅黑" panose="020B0503020204020204" pitchFamily="34" charset="-122"/>
              </a:rPr>
              <a:t>i</a:t>
            </a:r>
          </a:p>
        </p:txBody>
      </p:sp>
      <p:sp>
        <p:nvSpPr>
          <p:cNvPr id="676902" name="Text Box 38"/>
          <p:cNvSpPr txBox="1">
            <a:spLocks noChangeArrowheads="1"/>
          </p:cNvSpPr>
          <p:nvPr/>
        </p:nvSpPr>
        <p:spPr bwMode="auto">
          <a:xfrm>
            <a:off x="9020023" y="2362200"/>
            <a:ext cx="1649564"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en-US" altLang="zh-CN" sz="2400" b="1">
                <a:solidFill>
                  <a:schemeClr val="bg1"/>
                </a:solidFill>
                <a:latin typeface="微软雅黑" panose="020B0503020204020204" pitchFamily="34" charset="-122"/>
                <a:ea typeface="微软雅黑" panose="020B0503020204020204" pitchFamily="34" charset="-122"/>
              </a:rPr>
              <a:t>+ i * i </a:t>
            </a:r>
            <a:r>
              <a:rPr kumimoji="1" lang="zh-CN" altLang="en-US" sz="2400" b="1">
                <a:solidFill>
                  <a:schemeClr val="bg1"/>
                </a:solidFill>
                <a:latin typeface="微软雅黑" panose="020B0503020204020204" pitchFamily="34" charset="-122"/>
                <a:ea typeface="微软雅黑" panose="020B0503020204020204" pitchFamily="34" charset="-122"/>
              </a:rPr>
              <a:t>＃</a:t>
            </a:r>
          </a:p>
        </p:txBody>
      </p:sp>
      <p:sp>
        <p:nvSpPr>
          <p:cNvPr id="676903" name="Text Box 39"/>
          <p:cNvSpPr txBox="1">
            <a:spLocks noChangeArrowheads="1"/>
          </p:cNvSpPr>
          <p:nvPr/>
        </p:nvSpPr>
        <p:spPr bwMode="auto">
          <a:xfrm>
            <a:off x="10835267" y="2891135"/>
            <a:ext cx="503664"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ctr" eaLnBrk="1" hangingPunct="1"/>
            <a:r>
              <a:rPr kumimoji="1" lang="en-US" altLang="zh-CN" sz="2400" b="1">
                <a:solidFill>
                  <a:schemeClr val="bg1"/>
                </a:solidFill>
                <a:latin typeface="微软雅黑" panose="020B0503020204020204" pitchFamily="34" charset="-122"/>
                <a:ea typeface="微软雅黑" panose="020B0503020204020204" pitchFamily="34" charset="-122"/>
              </a:rPr>
              <a:t>r4</a:t>
            </a:r>
          </a:p>
        </p:txBody>
      </p:sp>
      <p:sp>
        <p:nvSpPr>
          <p:cNvPr id="676904" name="Text Box 40"/>
          <p:cNvSpPr txBox="1">
            <a:spLocks noChangeArrowheads="1"/>
          </p:cNvSpPr>
          <p:nvPr/>
        </p:nvSpPr>
        <p:spPr bwMode="auto">
          <a:xfrm>
            <a:off x="4816474" y="3429000"/>
            <a:ext cx="373820"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0</a:t>
            </a:r>
          </a:p>
        </p:txBody>
      </p:sp>
      <p:sp>
        <p:nvSpPr>
          <p:cNvPr id="676905" name="Text Box 41"/>
          <p:cNvSpPr txBox="1">
            <a:spLocks noChangeArrowheads="1"/>
          </p:cNvSpPr>
          <p:nvPr/>
        </p:nvSpPr>
        <p:spPr bwMode="auto">
          <a:xfrm>
            <a:off x="6934200" y="3429000"/>
            <a:ext cx="457956"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400" b="1">
                <a:solidFill>
                  <a:schemeClr val="bg1"/>
                </a:solidFill>
                <a:latin typeface="微软雅黑" panose="020B0503020204020204" pitchFamily="34" charset="-122"/>
                <a:ea typeface="微软雅黑" panose="020B0503020204020204" pitchFamily="34" charset="-122"/>
              </a:rPr>
              <a:t>＃</a:t>
            </a:r>
            <a:endParaRPr kumimoji="1" lang="en-US" altLang="zh-CN" sz="2400" b="1">
              <a:solidFill>
                <a:schemeClr val="bg1"/>
              </a:solidFill>
              <a:latin typeface="微软雅黑" panose="020B0503020204020204" pitchFamily="34" charset="-122"/>
              <a:ea typeface="微软雅黑" panose="020B0503020204020204" pitchFamily="34" charset="-122"/>
            </a:endParaRPr>
          </a:p>
        </p:txBody>
      </p:sp>
      <p:sp>
        <p:nvSpPr>
          <p:cNvPr id="676906" name="Text Box 42"/>
          <p:cNvSpPr txBox="1">
            <a:spLocks noChangeArrowheads="1"/>
          </p:cNvSpPr>
          <p:nvPr/>
        </p:nvSpPr>
        <p:spPr bwMode="auto">
          <a:xfrm>
            <a:off x="8694736" y="3429000"/>
            <a:ext cx="1973263"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en-US" altLang="zh-CN" sz="2400" b="1">
                <a:solidFill>
                  <a:schemeClr val="bg1"/>
                </a:solidFill>
                <a:latin typeface="微软雅黑" panose="020B0503020204020204" pitchFamily="34" charset="-122"/>
                <a:ea typeface="微软雅黑" panose="020B0503020204020204" pitchFamily="34" charset="-122"/>
              </a:rPr>
              <a:t>  + i * i </a:t>
            </a:r>
            <a:r>
              <a:rPr kumimoji="1" lang="zh-CN" altLang="en-US" sz="2400" b="1">
                <a:solidFill>
                  <a:schemeClr val="bg1"/>
                </a:solidFill>
                <a:latin typeface="微软雅黑" panose="020B0503020204020204" pitchFamily="34" charset="-122"/>
                <a:ea typeface="微软雅黑" panose="020B0503020204020204" pitchFamily="34" charset="-122"/>
              </a:rPr>
              <a:t>＃</a:t>
            </a:r>
          </a:p>
        </p:txBody>
      </p:sp>
      <p:sp>
        <p:nvSpPr>
          <p:cNvPr id="676907" name="Text Box 43"/>
          <p:cNvSpPr txBox="1">
            <a:spLocks noChangeArrowheads="1"/>
          </p:cNvSpPr>
          <p:nvPr/>
        </p:nvSpPr>
        <p:spPr bwMode="auto">
          <a:xfrm>
            <a:off x="10835267" y="3403271"/>
            <a:ext cx="503664"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ctr" eaLnBrk="1" hangingPunct="1"/>
            <a:r>
              <a:rPr kumimoji="1" lang="en-US" altLang="zh-CN" sz="2400" b="1">
                <a:solidFill>
                  <a:schemeClr val="bg1"/>
                </a:solidFill>
                <a:latin typeface="微软雅黑" panose="020B0503020204020204" pitchFamily="34" charset="-122"/>
                <a:ea typeface="微软雅黑" panose="020B0503020204020204" pitchFamily="34" charset="-122"/>
              </a:rPr>
              <a:t>r2</a:t>
            </a:r>
          </a:p>
        </p:txBody>
      </p:sp>
      <p:sp>
        <p:nvSpPr>
          <p:cNvPr id="676908" name="Text Box 44"/>
          <p:cNvSpPr txBox="1">
            <a:spLocks noChangeArrowheads="1"/>
          </p:cNvSpPr>
          <p:nvPr/>
        </p:nvSpPr>
        <p:spPr bwMode="auto">
          <a:xfrm>
            <a:off x="4816474" y="3952875"/>
            <a:ext cx="373820"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0</a:t>
            </a:r>
          </a:p>
        </p:txBody>
      </p:sp>
      <p:sp>
        <p:nvSpPr>
          <p:cNvPr id="676909" name="Text Box 45"/>
          <p:cNvSpPr txBox="1">
            <a:spLocks noChangeArrowheads="1"/>
          </p:cNvSpPr>
          <p:nvPr/>
        </p:nvSpPr>
        <p:spPr bwMode="auto">
          <a:xfrm>
            <a:off x="6934199" y="3962400"/>
            <a:ext cx="411195"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400" b="1">
                <a:solidFill>
                  <a:schemeClr val="bg1"/>
                </a:solidFill>
                <a:latin typeface="微软雅黑" panose="020B0503020204020204" pitchFamily="34" charset="-122"/>
                <a:ea typeface="微软雅黑" panose="020B0503020204020204" pitchFamily="34" charset="-122"/>
              </a:rPr>
              <a:t>＃</a:t>
            </a:r>
            <a:endParaRPr kumimoji="1" lang="en-US" altLang="zh-CN" sz="2400" b="1">
              <a:solidFill>
                <a:schemeClr val="bg1"/>
              </a:solidFill>
              <a:latin typeface="微软雅黑" panose="020B0503020204020204" pitchFamily="34" charset="-122"/>
              <a:ea typeface="微软雅黑" panose="020B0503020204020204" pitchFamily="34" charset="-122"/>
            </a:endParaRPr>
          </a:p>
        </p:txBody>
      </p:sp>
      <p:sp>
        <p:nvSpPr>
          <p:cNvPr id="676910" name="Text Box 46"/>
          <p:cNvSpPr txBox="1">
            <a:spLocks noChangeArrowheads="1"/>
          </p:cNvSpPr>
          <p:nvPr/>
        </p:nvSpPr>
        <p:spPr bwMode="auto">
          <a:xfrm>
            <a:off x="8834437" y="3962400"/>
            <a:ext cx="1835150"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en-US" altLang="zh-CN" sz="2400" b="1">
                <a:solidFill>
                  <a:schemeClr val="bg1"/>
                </a:solidFill>
                <a:latin typeface="微软雅黑" panose="020B0503020204020204" pitchFamily="34" charset="-122"/>
                <a:ea typeface="微软雅黑" panose="020B0503020204020204" pitchFamily="34" charset="-122"/>
              </a:rPr>
              <a:t>  + i * i </a:t>
            </a:r>
            <a:r>
              <a:rPr kumimoji="1" lang="zh-CN" altLang="en-US" sz="2400" b="1">
                <a:solidFill>
                  <a:schemeClr val="bg1"/>
                </a:solidFill>
                <a:latin typeface="微软雅黑" panose="020B0503020204020204" pitchFamily="34" charset="-122"/>
                <a:ea typeface="微软雅黑" panose="020B0503020204020204" pitchFamily="34" charset="-122"/>
              </a:rPr>
              <a:t>＃</a:t>
            </a:r>
          </a:p>
        </p:txBody>
      </p:sp>
      <p:sp>
        <p:nvSpPr>
          <p:cNvPr id="676911" name="Text Box 47"/>
          <p:cNvSpPr txBox="1">
            <a:spLocks noChangeArrowheads="1"/>
          </p:cNvSpPr>
          <p:nvPr/>
        </p:nvSpPr>
        <p:spPr bwMode="auto">
          <a:xfrm>
            <a:off x="10824046" y="3983038"/>
            <a:ext cx="526106"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ctr" eaLnBrk="1" hangingPunct="1"/>
            <a:r>
              <a:rPr kumimoji="1" lang="en-US" altLang="zh-CN" sz="2400" b="1">
                <a:solidFill>
                  <a:schemeClr val="bg1"/>
                </a:solidFill>
                <a:latin typeface="微软雅黑" panose="020B0503020204020204" pitchFamily="34" charset="-122"/>
                <a:ea typeface="微软雅黑" panose="020B0503020204020204" pitchFamily="34" charset="-122"/>
              </a:rPr>
              <a:t>s6</a:t>
            </a:r>
          </a:p>
        </p:txBody>
      </p:sp>
      <p:sp>
        <p:nvSpPr>
          <p:cNvPr id="676912" name="Text Box 48"/>
          <p:cNvSpPr txBox="1">
            <a:spLocks noChangeArrowheads="1"/>
          </p:cNvSpPr>
          <p:nvPr/>
        </p:nvSpPr>
        <p:spPr bwMode="auto">
          <a:xfrm>
            <a:off x="4816474" y="4562475"/>
            <a:ext cx="934871"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0 1 6</a:t>
            </a:r>
          </a:p>
        </p:txBody>
      </p:sp>
      <p:sp>
        <p:nvSpPr>
          <p:cNvPr id="676913" name="Text Box 49"/>
          <p:cNvSpPr txBox="1">
            <a:spLocks noChangeArrowheads="1"/>
          </p:cNvSpPr>
          <p:nvPr/>
        </p:nvSpPr>
        <p:spPr bwMode="auto">
          <a:xfrm>
            <a:off x="6934199" y="4572000"/>
            <a:ext cx="1501775"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400" b="1">
                <a:solidFill>
                  <a:schemeClr val="bg1"/>
                </a:solidFill>
                <a:latin typeface="微软雅黑" panose="020B0503020204020204" pitchFamily="34" charset="-122"/>
                <a:ea typeface="微软雅黑" panose="020B0503020204020204" pitchFamily="34" charset="-122"/>
              </a:rPr>
              <a:t>＃ </a:t>
            </a:r>
            <a:r>
              <a:rPr kumimoji="1" lang="en-US" altLang="zh-CN" sz="2400" b="1">
                <a:solidFill>
                  <a:schemeClr val="bg1"/>
                </a:solidFill>
                <a:latin typeface="微软雅黑" panose="020B0503020204020204" pitchFamily="34" charset="-122"/>
                <a:ea typeface="微软雅黑" panose="020B0503020204020204" pitchFamily="34" charset="-122"/>
              </a:rPr>
              <a:t>E +</a:t>
            </a:r>
          </a:p>
        </p:txBody>
      </p:sp>
      <p:sp>
        <p:nvSpPr>
          <p:cNvPr id="676914" name="Text Box 50"/>
          <p:cNvSpPr txBox="1">
            <a:spLocks noChangeArrowheads="1"/>
          </p:cNvSpPr>
          <p:nvPr/>
        </p:nvSpPr>
        <p:spPr bwMode="auto">
          <a:xfrm>
            <a:off x="9063037" y="4572000"/>
            <a:ext cx="1606550"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en-US" altLang="zh-CN" sz="2400" b="1">
                <a:solidFill>
                  <a:schemeClr val="bg1"/>
                </a:solidFill>
                <a:latin typeface="微软雅黑" panose="020B0503020204020204" pitchFamily="34" charset="-122"/>
                <a:ea typeface="微软雅黑" panose="020B0503020204020204" pitchFamily="34" charset="-122"/>
              </a:rPr>
              <a:t>i * i </a:t>
            </a:r>
            <a:r>
              <a:rPr kumimoji="1" lang="zh-CN" altLang="en-US" sz="2400" b="1">
                <a:solidFill>
                  <a:schemeClr val="bg1"/>
                </a:solidFill>
                <a:latin typeface="微软雅黑" panose="020B0503020204020204" pitchFamily="34" charset="-122"/>
                <a:ea typeface="微软雅黑" panose="020B0503020204020204" pitchFamily="34" charset="-122"/>
              </a:rPr>
              <a:t>＃</a:t>
            </a:r>
          </a:p>
        </p:txBody>
      </p:sp>
      <p:sp>
        <p:nvSpPr>
          <p:cNvPr id="676915" name="Text Box 51"/>
          <p:cNvSpPr txBox="1">
            <a:spLocks noChangeArrowheads="1"/>
          </p:cNvSpPr>
          <p:nvPr/>
        </p:nvSpPr>
        <p:spPr bwMode="auto">
          <a:xfrm>
            <a:off x="10824046" y="4516438"/>
            <a:ext cx="526106"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ctr" eaLnBrk="1" hangingPunct="1"/>
            <a:r>
              <a:rPr kumimoji="1" lang="en-US" altLang="zh-CN" sz="2400" b="1">
                <a:solidFill>
                  <a:schemeClr val="bg1"/>
                </a:solidFill>
                <a:latin typeface="微软雅黑" panose="020B0503020204020204" pitchFamily="34" charset="-122"/>
                <a:ea typeface="微软雅黑" panose="020B0503020204020204" pitchFamily="34" charset="-122"/>
              </a:rPr>
              <a:t>s5</a:t>
            </a:r>
          </a:p>
        </p:txBody>
      </p:sp>
      <p:sp>
        <p:nvSpPr>
          <p:cNvPr id="676916" name="Text Box 52"/>
          <p:cNvSpPr txBox="1">
            <a:spLocks noChangeArrowheads="1"/>
          </p:cNvSpPr>
          <p:nvPr/>
        </p:nvSpPr>
        <p:spPr bwMode="auto">
          <a:xfrm>
            <a:off x="4816474" y="5172075"/>
            <a:ext cx="1215397"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0 1 6 5</a:t>
            </a:r>
          </a:p>
        </p:txBody>
      </p:sp>
      <p:sp>
        <p:nvSpPr>
          <p:cNvPr id="676917" name="Text Box 53"/>
          <p:cNvSpPr txBox="1">
            <a:spLocks noChangeArrowheads="1"/>
          </p:cNvSpPr>
          <p:nvPr/>
        </p:nvSpPr>
        <p:spPr bwMode="auto">
          <a:xfrm>
            <a:off x="6934199" y="5164666"/>
            <a:ext cx="1730375"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400" b="1">
                <a:solidFill>
                  <a:schemeClr val="bg1"/>
                </a:solidFill>
                <a:latin typeface="微软雅黑" panose="020B0503020204020204" pitchFamily="34" charset="-122"/>
                <a:ea typeface="微软雅黑" panose="020B0503020204020204" pitchFamily="34" charset="-122"/>
              </a:rPr>
              <a:t>＃ </a:t>
            </a:r>
            <a:r>
              <a:rPr kumimoji="1" lang="en-US" altLang="zh-CN" sz="2400" b="1">
                <a:solidFill>
                  <a:schemeClr val="bg1"/>
                </a:solidFill>
                <a:latin typeface="微软雅黑" panose="020B0503020204020204" pitchFamily="34" charset="-122"/>
                <a:ea typeface="微软雅黑" panose="020B0503020204020204" pitchFamily="34" charset="-122"/>
              </a:rPr>
              <a:t>E + i</a:t>
            </a:r>
          </a:p>
        </p:txBody>
      </p:sp>
      <p:sp>
        <p:nvSpPr>
          <p:cNvPr id="676918" name="Text Box 54"/>
          <p:cNvSpPr txBox="1">
            <a:spLocks noChangeArrowheads="1"/>
          </p:cNvSpPr>
          <p:nvPr/>
        </p:nvSpPr>
        <p:spPr bwMode="auto">
          <a:xfrm>
            <a:off x="9139237" y="5156199"/>
            <a:ext cx="1530350"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en-US" altLang="zh-CN" sz="2400" b="1">
                <a:solidFill>
                  <a:schemeClr val="bg1"/>
                </a:solidFill>
                <a:latin typeface="微软雅黑" panose="020B0503020204020204" pitchFamily="34" charset="-122"/>
                <a:ea typeface="微软雅黑" panose="020B0503020204020204" pitchFamily="34" charset="-122"/>
              </a:rPr>
              <a:t>* i </a:t>
            </a:r>
            <a:r>
              <a:rPr kumimoji="1" lang="zh-CN" altLang="en-US" sz="2400" b="1">
                <a:solidFill>
                  <a:schemeClr val="bg1"/>
                </a:solidFill>
                <a:latin typeface="微软雅黑" panose="020B0503020204020204" pitchFamily="34" charset="-122"/>
                <a:ea typeface="微软雅黑" panose="020B0503020204020204" pitchFamily="34" charset="-122"/>
              </a:rPr>
              <a:t>＃</a:t>
            </a:r>
          </a:p>
        </p:txBody>
      </p:sp>
      <p:sp>
        <p:nvSpPr>
          <p:cNvPr id="676919" name="Text Box 55"/>
          <p:cNvSpPr txBox="1">
            <a:spLocks noChangeArrowheads="1"/>
          </p:cNvSpPr>
          <p:nvPr/>
        </p:nvSpPr>
        <p:spPr bwMode="auto">
          <a:xfrm>
            <a:off x="10835267" y="5126038"/>
            <a:ext cx="503664"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ctr" eaLnBrk="1" hangingPunct="1"/>
            <a:r>
              <a:rPr kumimoji="1" lang="en-US" altLang="zh-CN" sz="2400" b="1">
                <a:solidFill>
                  <a:schemeClr val="bg1"/>
                </a:solidFill>
                <a:latin typeface="微软雅黑" panose="020B0503020204020204" pitchFamily="34" charset="-122"/>
                <a:ea typeface="微软雅黑" panose="020B0503020204020204" pitchFamily="34" charset="-122"/>
              </a:rPr>
              <a:t>r6</a:t>
            </a:r>
          </a:p>
        </p:txBody>
      </p:sp>
      <p:sp>
        <p:nvSpPr>
          <p:cNvPr id="676920" name="Text Box 56"/>
          <p:cNvSpPr txBox="1">
            <a:spLocks noChangeArrowheads="1"/>
          </p:cNvSpPr>
          <p:nvPr/>
        </p:nvSpPr>
        <p:spPr bwMode="auto">
          <a:xfrm>
            <a:off x="4816474" y="5750985"/>
            <a:ext cx="934871"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0 1 6</a:t>
            </a:r>
          </a:p>
        </p:txBody>
      </p:sp>
      <p:sp>
        <p:nvSpPr>
          <p:cNvPr id="676921" name="Text Box 57"/>
          <p:cNvSpPr txBox="1">
            <a:spLocks noChangeArrowheads="1"/>
          </p:cNvSpPr>
          <p:nvPr/>
        </p:nvSpPr>
        <p:spPr bwMode="auto">
          <a:xfrm>
            <a:off x="6934200" y="5757332"/>
            <a:ext cx="1099814"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400" b="1">
                <a:solidFill>
                  <a:schemeClr val="bg1"/>
                </a:solidFill>
                <a:latin typeface="微软雅黑" panose="020B0503020204020204" pitchFamily="34" charset="-122"/>
                <a:ea typeface="微软雅黑" panose="020B0503020204020204" pitchFamily="34" charset="-122"/>
              </a:rPr>
              <a:t>＃ </a:t>
            </a:r>
            <a:r>
              <a:rPr kumimoji="1" lang="en-US" altLang="zh-CN" sz="2400" b="1">
                <a:solidFill>
                  <a:schemeClr val="bg1"/>
                </a:solidFill>
                <a:latin typeface="微软雅黑" panose="020B0503020204020204" pitchFamily="34" charset="-122"/>
                <a:ea typeface="微软雅黑" panose="020B0503020204020204" pitchFamily="34" charset="-122"/>
              </a:rPr>
              <a:t>E +</a:t>
            </a:r>
          </a:p>
        </p:txBody>
      </p:sp>
      <p:sp>
        <p:nvSpPr>
          <p:cNvPr id="676922" name="Text Box 58"/>
          <p:cNvSpPr txBox="1">
            <a:spLocks noChangeArrowheads="1"/>
          </p:cNvSpPr>
          <p:nvPr/>
        </p:nvSpPr>
        <p:spPr bwMode="auto">
          <a:xfrm>
            <a:off x="9229724" y="5791200"/>
            <a:ext cx="1439863"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en-US" altLang="zh-CN" sz="2400" b="1">
                <a:solidFill>
                  <a:schemeClr val="bg1"/>
                </a:solidFill>
                <a:latin typeface="微软雅黑" panose="020B0503020204020204" pitchFamily="34" charset="-122"/>
                <a:ea typeface="微软雅黑" panose="020B0503020204020204" pitchFamily="34" charset="-122"/>
              </a:rPr>
              <a:t>* i </a:t>
            </a:r>
            <a:r>
              <a:rPr kumimoji="1" lang="zh-CN" altLang="en-US" sz="2400" b="1">
                <a:solidFill>
                  <a:schemeClr val="bg1"/>
                </a:solidFill>
                <a:latin typeface="微软雅黑" panose="020B0503020204020204" pitchFamily="34" charset="-122"/>
                <a:ea typeface="微软雅黑" panose="020B0503020204020204" pitchFamily="34" charset="-122"/>
              </a:rPr>
              <a:t>＃</a:t>
            </a:r>
          </a:p>
        </p:txBody>
      </p:sp>
      <p:sp>
        <p:nvSpPr>
          <p:cNvPr id="676923" name="Text Box 59"/>
          <p:cNvSpPr txBox="1">
            <a:spLocks noChangeArrowheads="1"/>
          </p:cNvSpPr>
          <p:nvPr/>
        </p:nvSpPr>
        <p:spPr bwMode="auto">
          <a:xfrm>
            <a:off x="10835267" y="5735638"/>
            <a:ext cx="503664"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ctr" eaLnBrk="1" hangingPunct="1"/>
            <a:r>
              <a:rPr kumimoji="1" lang="en-US" altLang="zh-CN" sz="2400" b="1">
                <a:solidFill>
                  <a:schemeClr val="bg1"/>
                </a:solidFill>
                <a:latin typeface="微软雅黑" panose="020B0503020204020204" pitchFamily="34" charset="-122"/>
                <a:ea typeface="微软雅黑" panose="020B0503020204020204" pitchFamily="34" charset="-122"/>
              </a:rPr>
              <a:t>r4</a:t>
            </a:r>
          </a:p>
        </p:txBody>
      </p:sp>
      <p:sp>
        <p:nvSpPr>
          <p:cNvPr id="4" name="标题 3">
            <a:extLst>
              <a:ext uri="{FF2B5EF4-FFF2-40B4-BE49-F238E27FC236}">
                <a16:creationId xmlns:a16="http://schemas.microsoft.com/office/drawing/2014/main" id="{D6A46FB4-AAD5-4388-BD75-64CCD4FFA1A5}"/>
              </a:ext>
            </a:extLst>
          </p:cNvPr>
          <p:cNvSpPr>
            <a:spLocks noGrp="1"/>
          </p:cNvSpPr>
          <p:nvPr>
            <p:ph type="title"/>
          </p:nvPr>
        </p:nvSpPr>
        <p:spPr/>
        <p:txBody>
          <a:bodyPr/>
          <a:lstStyle/>
          <a:p>
            <a:r>
              <a:rPr lang="zh-CN" altLang="en-US" dirty="0"/>
              <a:t>输入串 </a:t>
            </a:r>
            <a:r>
              <a:rPr lang="en-US" altLang="zh-CN" dirty="0" err="1"/>
              <a:t>i</a:t>
            </a:r>
            <a:r>
              <a:rPr lang="en-US" altLang="zh-CN" dirty="0"/>
              <a:t> + </a:t>
            </a:r>
            <a:r>
              <a:rPr lang="en-US" altLang="zh-CN" dirty="0" err="1"/>
              <a:t>i</a:t>
            </a:r>
            <a:r>
              <a:rPr lang="en-US" altLang="zh-CN" dirty="0"/>
              <a:t> * </a:t>
            </a:r>
            <a:r>
              <a:rPr lang="en-US" altLang="zh-CN" dirty="0" err="1"/>
              <a:t>i</a:t>
            </a:r>
            <a:r>
              <a:rPr lang="en-US" altLang="zh-CN" dirty="0"/>
              <a:t> </a:t>
            </a:r>
            <a:r>
              <a:rPr lang="zh-CN" altLang="en-US" dirty="0"/>
              <a:t>的分析过程</a:t>
            </a:r>
          </a:p>
        </p:txBody>
      </p:sp>
      <p:sp>
        <p:nvSpPr>
          <p:cNvPr id="66" name="Text Box 2">
            <a:extLst>
              <a:ext uri="{FF2B5EF4-FFF2-40B4-BE49-F238E27FC236}">
                <a16:creationId xmlns:a16="http://schemas.microsoft.com/office/drawing/2014/main" id="{CA35C0BB-D580-4C5B-BCB5-E2BDD7F25BD9}"/>
              </a:ext>
            </a:extLst>
          </p:cNvPr>
          <p:cNvSpPr txBox="1">
            <a:spLocks noChangeArrowheads="1"/>
          </p:cNvSpPr>
          <p:nvPr/>
        </p:nvSpPr>
        <p:spPr bwMode="auto">
          <a:xfrm>
            <a:off x="1477374" y="990600"/>
            <a:ext cx="360996"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E</a:t>
            </a:r>
          </a:p>
        </p:txBody>
      </p:sp>
      <p:sp>
        <p:nvSpPr>
          <p:cNvPr id="67" name="Line 3">
            <a:extLst>
              <a:ext uri="{FF2B5EF4-FFF2-40B4-BE49-F238E27FC236}">
                <a16:creationId xmlns:a16="http://schemas.microsoft.com/office/drawing/2014/main" id="{A8D5DAAE-C63F-47BF-915C-EDEC1C46B89C}"/>
              </a:ext>
            </a:extLst>
          </p:cNvPr>
          <p:cNvSpPr>
            <a:spLocks noChangeShapeType="1"/>
          </p:cNvSpPr>
          <p:nvPr/>
        </p:nvSpPr>
        <p:spPr bwMode="auto">
          <a:xfrm flipH="1">
            <a:off x="783637" y="1457325"/>
            <a:ext cx="685800" cy="38100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8" name="Line 4">
            <a:extLst>
              <a:ext uri="{FF2B5EF4-FFF2-40B4-BE49-F238E27FC236}">
                <a16:creationId xmlns:a16="http://schemas.microsoft.com/office/drawing/2014/main" id="{391D3A6D-7C65-48CE-B083-E39359BAB48E}"/>
              </a:ext>
            </a:extLst>
          </p:cNvPr>
          <p:cNvSpPr>
            <a:spLocks noChangeShapeType="1"/>
          </p:cNvSpPr>
          <p:nvPr/>
        </p:nvSpPr>
        <p:spPr bwMode="auto">
          <a:xfrm>
            <a:off x="1821862" y="1457325"/>
            <a:ext cx="597693" cy="398462"/>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9" name="Line 5">
            <a:extLst>
              <a:ext uri="{FF2B5EF4-FFF2-40B4-BE49-F238E27FC236}">
                <a16:creationId xmlns:a16="http://schemas.microsoft.com/office/drawing/2014/main" id="{988A0A79-8815-4B22-9561-44569D2BD3DB}"/>
              </a:ext>
            </a:extLst>
          </p:cNvPr>
          <p:cNvSpPr>
            <a:spLocks noChangeShapeType="1"/>
          </p:cNvSpPr>
          <p:nvPr/>
        </p:nvSpPr>
        <p:spPr bwMode="auto">
          <a:xfrm>
            <a:off x="1669462" y="1457325"/>
            <a:ext cx="0" cy="45720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70" name="Text Box 6">
            <a:extLst>
              <a:ext uri="{FF2B5EF4-FFF2-40B4-BE49-F238E27FC236}">
                <a16:creationId xmlns:a16="http://schemas.microsoft.com/office/drawing/2014/main" id="{FA40F504-8FB2-4E3B-8FC1-3AE5D72C423A}"/>
              </a:ext>
            </a:extLst>
          </p:cNvPr>
          <p:cNvSpPr txBox="1">
            <a:spLocks noChangeArrowheads="1"/>
          </p:cNvSpPr>
          <p:nvPr/>
        </p:nvSpPr>
        <p:spPr bwMode="auto">
          <a:xfrm>
            <a:off x="512702" y="1782763"/>
            <a:ext cx="360996"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E</a:t>
            </a:r>
          </a:p>
        </p:txBody>
      </p:sp>
      <p:sp>
        <p:nvSpPr>
          <p:cNvPr id="71" name="Text Box 7">
            <a:extLst>
              <a:ext uri="{FF2B5EF4-FFF2-40B4-BE49-F238E27FC236}">
                <a16:creationId xmlns:a16="http://schemas.microsoft.com/office/drawing/2014/main" id="{67871FD3-C983-4B93-ABC6-DF44685C22B7}"/>
              </a:ext>
            </a:extLst>
          </p:cNvPr>
          <p:cNvSpPr txBox="1">
            <a:spLocks noChangeArrowheads="1"/>
          </p:cNvSpPr>
          <p:nvPr/>
        </p:nvSpPr>
        <p:spPr bwMode="auto">
          <a:xfrm>
            <a:off x="2406061" y="1787525"/>
            <a:ext cx="389850"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T</a:t>
            </a:r>
          </a:p>
        </p:txBody>
      </p:sp>
      <p:sp>
        <p:nvSpPr>
          <p:cNvPr id="72" name="Text Box 8">
            <a:extLst>
              <a:ext uri="{FF2B5EF4-FFF2-40B4-BE49-F238E27FC236}">
                <a16:creationId xmlns:a16="http://schemas.microsoft.com/office/drawing/2014/main" id="{2D4A83A7-7F9C-4A88-B6C9-5C807C06D5CD}"/>
              </a:ext>
            </a:extLst>
          </p:cNvPr>
          <p:cNvSpPr txBox="1">
            <a:spLocks noChangeArrowheads="1"/>
          </p:cNvSpPr>
          <p:nvPr/>
        </p:nvSpPr>
        <p:spPr bwMode="auto">
          <a:xfrm>
            <a:off x="1495897" y="1794935"/>
            <a:ext cx="418704"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a:t>
            </a:r>
          </a:p>
        </p:txBody>
      </p:sp>
      <p:sp>
        <p:nvSpPr>
          <p:cNvPr id="73" name="Line 9">
            <a:extLst>
              <a:ext uri="{FF2B5EF4-FFF2-40B4-BE49-F238E27FC236}">
                <a16:creationId xmlns:a16="http://schemas.microsoft.com/office/drawing/2014/main" id="{E52BCE2D-7C15-4A82-981A-66C5F4EEB67B}"/>
              </a:ext>
            </a:extLst>
          </p:cNvPr>
          <p:cNvSpPr>
            <a:spLocks noChangeShapeType="1"/>
          </p:cNvSpPr>
          <p:nvPr/>
        </p:nvSpPr>
        <p:spPr bwMode="auto">
          <a:xfrm flipH="1">
            <a:off x="1686925" y="2184399"/>
            <a:ext cx="728662" cy="417513"/>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74" name="Line 10">
            <a:extLst>
              <a:ext uri="{FF2B5EF4-FFF2-40B4-BE49-F238E27FC236}">
                <a16:creationId xmlns:a16="http://schemas.microsoft.com/office/drawing/2014/main" id="{C14BF398-26F9-47F1-A64E-150F2791BA14}"/>
              </a:ext>
            </a:extLst>
          </p:cNvPr>
          <p:cNvSpPr>
            <a:spLocks noChangeShapeType="1"/>
          </p:cNvSpPr>
          <p:nvPr/>
        </p:nvSpPr>
        <p:spPr bwMode="auto">
          <a:xfrm>
            <a:off x="2872786" y="2184399"/>
            <a:ext cx="657225" cy="436563"/>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75" name="Line 11">
            <a:extLst>
              <a:ext uri="{FF2B5EF4-FFF2-40B4-BE49-F238E27FC236}">
                <a16:creationId xmlns:a16="http://schemas.microsoft.com/office/drawing/2014/main" id="{2041D6EA-64C2-42C3-A743-E8591027C91A}"/>
              </a:ext>
            </a:extLst>
          </p:cNvPr>
          <p:cNvSpPr>
            <a:spLocks noChangeShapeType="1"/>
          </p:cNvSpPr>
          <p:nvPr/>
        </p:nvSpPr>
        <p:spPr bwMode="auto">
          <a:xfrm>
            <a:off x="2615612" y="2260600"/>
            <a:ext cx="0" cy="45720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76" name="Text Box 12">
            <a:extLst>
              <a:ext uri="{FF2B5EF4-FFF2-40B4-BE49-F238E27FC236}">
                <a16:creationId xmlns:a16="http://schemas.microsoft.com/office/drawing/2014/main" id="{2FEDBD47-5933-4929-ACD2-71ABBEAFB5CD}"/>
              </a:ext>
            </a:extLst>
          </p:cNvPr>
          <p:cNvSpPr txBox="1">
            <a:spLocks noChangeArrowheads="1"/>
          </p:cNvSpPr>
          <p:nvPr/>
        </p:nvSpPr>
        <p:spPr bwMode="auto">
          <a:xfrm>
            <a:off x="3377612" y="2667000"/>
            <a:ext cx="356188"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F</a:t>
            </a:r>
          </a:p>
        </p:txBody>
      </p:sp>
      <p:sp>
        <p:nvSpPr>
          <p:cNvPr id="77" name="Text Box 13">
            <a:extLst>
              <a:ext uri="{FF2B5EF4-FFF2-40B4-BE49-F238E27FC236}">
                <a16:creationId xmlns:a16="http://schemas.microsoft.com/office/drawing/2014/main" id="{1E788922-CA32-4084-99C7-3840C008946C}"/>
              </a:ext>
            </a:extLst>
          </p:cNvPr>
          <p:cNvSpPr txBox="1">
            <a:spLocks noChangeArrowheads="1"/>
          </p:cNvSpPr>
          <p:nvPr/>
        </p:nvSpPr>
        <p:spPr bwMode="auto">
          <a:xfrm>
            <a:off x="1469437" y="2684463"/>
            <a:ext cx="389850"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T</a:t>
            </a:r>
          </a:p>
        </p:txBody>
      </p:sp>
      <p:sp>
        <p:nvSpPr>
          <p:cNvPr id="78" name="Line 14">
            <a:extLst>
              <a:ext uri="{FF2B5EF4-FFF2-40B4-BE49-F238E27FC236}">
                <a16:creationId xmlns:a16="http://schemas.microsoft.com/office/drawing/2014/main" id="{9BA329B1-837B-48C9-A757-8A1F30DFD95A}"/>
              </a:ext>
            </a:extLst>
          </p:cNvPr>
          <p:cNvSpPr>
            <a:spLocks noChangeShapeType="1"/>
          </p:cNvSpPr>
          <p:nvPr/>
        </p:nvSpPr>
        <p:spPr bwMode="auto">
          <a:xfrm>
            <a:off x="3533034" y="3169178"/>
            <a:ext cx="0" cy="53340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79" name="Line 15">
            <a:extLst>
              <a:ext uri="{FF2B5EF4-FFF2-40B4-BE49-F238E27FC236}">
                <a16:creationId xmlns:a16="http://schemas.microsoft.com/office/drawing/2014/main" id="{F1D0379C-60E8-4C56-BF17-63D4545D7884}"/>
              </a:ext>
            </a:extLst>
          </p:cNvPr>
          <p:cNvSpPr>
            <a:spLocks noChangeShapeType="1"/>
          </p:cNvSpPr>
          <p:nvPr/>
        </p:nvSpPr>
        <p:spPr bwMode="auto">
          <a:xfrm>
            <a:off x="1669462" y="3192463"/>
            <a:ext cx="0" cy="53340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80" name="Text Box 16">
            <a:extLst>
              <a:ext uri="{FF2B5EF4-FFF2-40B4-BE49-F238E27FC236}">
                <a16:creationId xmlns:a16="http://schemas.microsoft.com/office/drawing/2014/main" id="{5B5CA5CB-E6D2-43C3-81B1-0D36D7153CC5}"/>
              </a:ext>
            </a:extLst>
          </p:cNvPr>
          <p:cNvSpPr txBox="1">
            <a:spLocks noChangeArrowheads="1"/>
          </p:cNvSpPr>
          <p:nvPr/>
        </p:nvSpPr>
        <p:spPr bwMode="auto">
          <a:xfrm>
            <a:off x="3386080" y="3729335"/>
            <a:ext cx="276038"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i</a:t>
            </a:r>
          </a:p>
        </p:txBody>
      </p:sp>
      <p:sp>
        <p:nvSpPr>
          <p:cNvPr id="81" name="Text Box 17">
            <a:extLst>
              <a:ext uri="{FF2B5EF4-FFF2-40B4-BE49-F238E27FC236}">
                <a16:creationId xmlns:a16="http://schemas.microsoft.com/office/drawing/2014/main" id="{19D3B939-8E52-4B0B-A64C-21C7F43C0CE1}"/>
              </a:ext>
            </a:extLst>
          </p:cNvPr>
          <p:cNvSpPr txBox="1">
            <a:spLocks noChangeArrowheads="1"/>
          </p:cNvSpPr>
          <p:nvPr/>
        </p:nvSpPr>
        <p:spPr bwMode="auto">
          <a:xfrm>
            <a:off x="1518649" y="4719935"/>
            <a:ext cx="276038"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i</a:t>
            </a:r>
          </a:p>
        </p:txBody>
      </p:sp>
      <p:sp>
        <p:nvSpPr>
          <p:cNvPr id="82" name="Line 18">
            <a:extLst>
              <a:ext uri="{FF2B5EF4-FFF2-40B4-BE49-F238E27FC236}">
                <a16:creationId xmlns:a16="http://schemas.microsoft.com/office/drawing/2014/main" id="{88CE30CA-732A-4C98-8A69-EAE6ABB15F22}"/>
              </a:ext>
            </a:extLst>
          </p:cNvPr>
          <p:cNvSpPr>
            <a:spLocks noChangeShapeType="1"/>
          </p:cNvSpPr>
          <p:nvPr/>
        </p:nvSpPr>
        <p:spPr bwMode="auto">
          <a:xfrm>
            <a:off x="707437" y="2255838"/>
            <a:ext cx="0" cy="53340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83" name="Text Box 19">
            <a:extLst>
              <a:ext uri="{FF2B5EF4-FFF2-40B4-BE49-F238E27FC236}">
                <a16:creationId xmlns:a16="http://schemas.microsoft.com/office/drawing/2014/main" id="{1490059E-B205-4ABC-897A-C4DE22ACF545}"/>
              </a:ext>
            </a:extLst>
          </p:cNvPr>
          <p:cNvSpPr txBox="1">
            <a:spLocks noChangeArrowheads="1"/>
          </p:cNvSpPr>
          <p:nvPr/>
        </p:nvSpPr>
        <p:spPr bwMode="auto">
          <a:xfrm>
            <a:off x="2448394" y="2701925"/>
            <a:ext cx="338554"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a:t>
            </a:r>
          </a:p>
        </p:txBody>
      </p:sp>
      <p:sp>
        <p:nvSpPr>
          <p:cNvPr id="84" name="Text Box 20">
            <a:extLst>
              <a:ext uri="{FF2B5EF4-FFF2-40B4-BE49-F238E27FC236}">
                <a16:creationId xmlns:a16="http://schemas.microsoft.com/office/drawing/2014/main" id="{E83F720F-72A4-4A0C-AF01-075F09E4C403}"/>
              </a:ext>
            </a:extLst>
          </p:cNvPr>
          <p:cNvSpPr txBox="1">
            <a:spLocks noChangeArrowheads="1"/>
          </p:cNvSpPr>
          <p:nvPr/>
        </p:nvSpPr>
        <p:spPr bwMode="auto">
          <a:xfrm>
            <a:off x="1496424" y="3733800"/>
            <a:ext cx="356188"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F</a:t>
            </a:r>
          </a:p>
        </p:txBody>
      </p:sp>
      <p:sp>
        <p:nvSpPr>
          <p:cNvPr id="85" name="Line 21">
            <a:extLst>
              <a:ext uri="{FF2B5EF4-FFF2-40B4-BE49-F238E27FC236}">
                <a16:creationId xmlns:a16="http://schemas.microsoft.com/office/drawing/2014/main" id="{84D087B3-E11D-4F11-AD44-F3D66EB9E18A}"/>
              </a:ext>
            </a:extLst>
          </p:cNvPr>
          <p:cNvSpPr>
            <a:spLocks noChangeShapeType="1"/>
          </p:cNvSpPr>
          <p:nvPr/>
        </p:nvSpPr>
        <p:spPr bwMode="auto">
          <a:xfrm>
            <a:off x="1661524" y="4148138"/>
            <a:ext cx="0" cy="53340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86" name="Text Box 22">
            <a:extLst>
              <a:ext uri="{FF2B5EF4-FFF2-40B4-BE49-F238E27FC236}">
                <a16:creationId xmlns:a16="http://schemas.microsoft.com/office/drawing/2014/main" id="{98D9A861-F2CB-4651-AEF5-D45C455D3318}"/>
              </a:ext>
            </a:extLst>
          </p:cNvPr>
          <p:cNvSpPr txBox="1">
            <a:spLocks noChangeArrowheads="1"/>
          </p:cNvSpPr>
          <p:nvPr/>
        </p:nvSpPr>
        <p:spPr bwMode="auto">
          <a:xfrm>
            <a:off x="517612" y="2738735"/>
            <a:ext cx="389850"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T</a:t>
            </a:r>
          </a:p>
        </p:txBody>
      </p:sp>
      <p:sp>
        <p:nvSpPr>
          <p:cNvPr id="87" name="Line 23">
            <a:extLst>
              <a:ext uri="{FF2B5EF4-FFF2-40B4-BE49-F238E27FC236}">
                <a16:creationId xmlns:a16="http://schemas.microsoft.com/office/drawing/2014/main" id="{79EE6B9C-7AD4-4FD4-A4CA-BC9CC19052A8}"/>
              </a:ext>
            </a:extLst>
          </p:cNvPr>
          <p:cNvSpPr>
            <a:spLocks noChangeShapeType="1"/>
          </p:cNvSpPr>
          <p:nvPr/>
        </p:nvSpPr>
        <p:spPr bwMode="auto">
          <a:xfrm>
            <a:off x="707437" y="3205163"/>
            <a:ext cx="0" cy="53340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88" name="Text Box 24">
            <a:extLst>
              <a:ext uri="{FF2B5EF4-FFF2-40B4-BE49-F238E27FC236}">
                <a16:creationId xmlns:a16="http://schemas.microsoft.com/office/drawing/2014/main" id="{FD8E4424-11A3-4835-8F95-00EBF606F56D}"/>
              </a:ext>
            </a:extLst>
          </p:cNvPr>
          <p:cNvSpPr txBox="1">
            <a:spLocks noChangeArrowheads="1"/>
          </p:cNvSpPr>
          <p:nvPr/>
        </p:nvSpPr>
        <p:spPr bwMode="auto">
          <a:xfrm>
            <a:off x="556097" y="4719935"/>
            <a:ext cx="276038"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i</a:t>
            </a:r>
          </a:p>
        </p:txBody>
      </p:sp>
      <p:sp>
        <p:nvSpPr>
          <p:cNvPr id="89" name="Text Box 25">
            <a:extLst>
              <a:ext uri="{FF2B5EF4-FFF2-40B4-BE49-F238E27FC236}">
                <a16:creationId xmlns:a16="http://schemas.microsoft.com/office/drawing/2014/main" id="{734BFD17-3D59-427C-971C-B0F59F28F4AB}"/>
              </a:ext>
            </a:extLst>
          </p:cNvPr>
          <p:cNvSpPr txBox="1">
            <a:spLocks noChangeArrowheads="1"/>
          </p:cNvSpPr>
          <p:nvPr/>
        </p:nvSpPr>
        <p:spPr bwMode="auto">
          <a:xfrm>
            <a:off x="539162" y="3729335"/>
            <a:ext cx="356188"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F</a:t>
            </a:r>
          </a:p>
        </p:txBody>
      </p:sp>
      <p:sp>
        <p:nvSpPr>
          <p:cNvPr id="90" name="Line 26">
            <a:extLst>
              <a:ext uri="{FF2B5EF4-FFF2-40B4-BE49-F238E27FC236}">
                <a16:creationId xmlns:a16="http://schemas.microsoft.com/office/drawing/2014/main" id="{CA0ED984-2D15-4152-B826-54BBFDA2DE0C}"/>
              </a:ext>
            </a:extLst>
          </p:cNvPr>
          <p:cNvSpPr>
            <a:spLocks noChangeShapeType="1"/>
          </p:cNvSpPr>
          <p:nvPr/>
        </p:nvSpPr>
        <p:spPr bwMode="auto">
          <a:xfrm>
            <a:off x="695796" y="4160838"/>
            <a:ext cx="0" cy="53340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99" name="箭头: 右 98">
            <a:extLst>
              <a:ext uri="{FF2B5EF4-FFF2-40B4-BE49-F238E27FC236}">
                <a16:creationId xmlns:a16="http://schemas.microsoft.com/office/drawing/2014/main" id="{2498EC38-5644-4D8C-9A30-954E3D545EDB}"/>
              </a:ext>
            </a:extLst>
          </p:cNvPr>
          <p:cNvSpPr/>
          <p:nvPr/>
        </p:nvSpPr>
        <p:spPr>
          <a:xfrm rot="16200000">
            <a:off x="514196" y="5226969"/>
            <a:ext cx="370882" cy="300380"/>
          </a:xfrm>
          <a:prstGeom prst="rightArrow">
            <a:avLst/>
          </a:prstGeom>
          <a:solidFill>
            <a:srgbClr val="EE85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1" name="Text Box 36">
            <a:extLst>
              <a:ext uri="{FF2B5EF4-FFF2-40B4-BE49-F238E27FC236}">
                <a16:creationId xmlns:a16="http://schemas.microsoft.com/office/drawing/2014/main" id="{42DE531F-123F-4F49-9618-C0E54F68D6CE}"/>
              </a:ext>
            </a:extLst>
          </p:cNvPr>
          <p:cNvSpPr txBox="1">
            <a:spLocks noChangeArrowheads="1"/>
          </p:cNvSpPr>
          <p:nvPr/>
        </p:nvSpPr>
        <p:spPr bwMode="auto">
          <a:xfrm>
            <a:off x="5105400" y="2895600"/>
            <a:ext cx="373820"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3</a:t>
            </a:r>
          </a:p>
        </p:txBody>
      </p:sp>
      <p:sp>
        <p:nvSpPr>
          <p:cNvPr id="92" name="Text Box 40">
            <a:extLst>
              <a:ext uri="{FF2B5EF4-FFF2-40B4-BE49-F238E27FC236}">
                <a16:creationId xmlns:a16="http://schemas.microsoft.com/office/drawing/2014/main" id="{B9D1B031-7E69-4211-AEFA-E220289BAE92}"/>
              </a:ext>
            </a:extLst>
          </p:cNvPr>
          <p:cNvSpPr txBox="1">
            <a:spLocks noChangeArrowheads="1"/>
          </p:cNvSpPr>
          <p:nvPr/>
        </p:nvSpPr>
        <p:spPr bwMode="auto">
          <a:xfrm>
            <a:off x="5105400" y="3424535"/>
            <a:ext cx="373820"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dirty="0">
                <a:solidFill>
                  <a:schemeClr val="bg1"/>
                </a:solidFill>
                <a:latin typeface="微软雅黑" panose="020B0503020204020204" pitchFamily="34" charset="-122"/>
                <a:ea typeface="微软雅黑" panose="020B0503020204020204" pitchFamily="34" charset="-122"/>
              </a:rPr>
              <a:t>2</a:t>
            </a:r>
          </a:p>
        </p:txBody>
      </p:sp>
      <p:sp>
        <p:nvSpPr>
          <p:cNvPr id="93" name="Text Box 44">
            <a:extLst>
              <a:ext uri="{FF2B5EF4-FFF2-40B4-BE49-F238E27FC236}">
                <a16:creationId xmlns:a16="http://schemas.microsoft.com/office/drawing/2014/main" id="{4F306DD0-448F-40CF-9BF1-8370B4C14468}"/>
              </a:ext>
            </a:extLst>
          </p:cNvPr>
          <p:cNvSpPr txBox="1">
            <a:spLocks noChangeArrowheads="1"/>
          </p:cNvSpPr>
          <p:nvPr/>
        </p:nvSpPr>
        <p:spPr bwMode="auto">
          <a:xfrm>
            <a:off x="5105400" y="3957935"/>
            <a:ext cx="373820"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1</a:t>
            </a:r>
          </a:p>
        </p:txBody>
      </p:sp>
      <p:sp>
        <p:nvSpPr>
          <p:cNvPr id="94" name="Text Box 56">
            <a:extLst>
              <a:ext uri="{FF2B5EF4-FFF2-40B4-BE49-F238E27FC236}">
                <a16:creationId xmlns:a16="http://schemas.microsoft.com/office/drawing/2014/main" id="{761737F1-254F-4EA7-8AC0-D71C32C84331}"/>
              </a:ext>
            </a:extLst>
          </p:cNvPr>
          <p:cNvSpPr txBox="1">
            <a:spLocks noChangeArrowheads="1"/>
          </p:cNvSpPr>
          <p:nvPr/>
        </p:nvSpPr>
        <p:spPr bwMode="auto">
          <a:xfrm>
            <a:off x="5662860" y="5745924"/>
            <a:ext cx="373820"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3</a:t>
            </a:r>
          </a:p>
        </p:txBody>
      </p:sp>
      <p:sp>
        <p:nvSpPr>
          <p:cNvPr id="95" name="Text Box 31">
            <a:extLst>
              <a:ext uri="{FF2B5EF4-FFF2-40B4-BE49-F238E27FC236}">
                <a16:creationId xmlns:a16="http://schemas.microsoft.com/office/drawing/2014/main" id="{90139C29-1065-41E2-B475-1E8E459A0880}"/>
              </a:ext>
            </a:extLst>
          </p:cNvPr>
          <p:cNvSpPr txBox="1">
            <a:spLocks noChangeArrowheads="1"/>
          </p:cNvSpPr>
          <p:nvPr/>
        </p:nvSpPr>
        <p:spPr bwMode="auto">
          <a:xfrm>
            <a:off x="7308019" y="2889895"/>
            <a:ext cx="327026"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F</a:t>
            </a:r>
          </a:p>
        </p:txBody>
      </p:sp>
      <p:sp>
        <p:nvSpPr>
          <p:cNvPr id="96" name="Text Box 41">
            <a:extLst>
              <a:ext uri="{FF2B5EF4-FFF2-40B4-BE49-F238E27FC236}">
                <a16:creationId xmlns:a16="http://schemas.microsoft.com/office/drawing/2014/main" id="{5F578B48-4FB0-4B3E-B724-38946B10A1DC}"/>
              </a:ext>
            </a:extLst>
          </p:cNvPr>
          <p:cNvSpPr txBox="1">
            <a:spLocks noChangeArrowheads="1"/>
          </p:cNvSpPr>
          <p:nvPr/>
        </p:nvSpPr>
        <p:spPr bwMode="auto">
          <a:xfrm>
            <a:off x="7295570" y="3428999"/>
            <a:ext cx="450016"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T</a:t>
            </a:r>
          </a:p>
        </p:txBody>
      </p:sp>
      <p:sp>
        <p:nvSpPr>
          <p:cNvPr id="97" name="Text Box 57">
            <a:extLst>
              <a:ext uri="{FF2B5EF4-FFF2-40B4-BE49-F238E27FC236}">
                <a16:creationId xmlns:a16="http://schemas.microsoft.com/office/drawing/2014/main" id="{5CA76F73-C565-42AE-A921-D66E02375D8A}"/>
              </a:ext>
            </a:extLst>
          </p:cNvPr>
          <p:cNvSpPr txBox="1">
            <a:spLocks noChangeArrowheads="1"/>
          </p:cNvSpPr>
          <p:nvPr/>
        </p:nvSpPr>
        <p:spPr bwMode="auto">
          <a:xfrm>
            <a:off x="7868611" y="5762626"/>
            <a:ext cx="380622"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F</a:t>
            </a:r>
          </a:p>
        </p:txBody>
      </p:sp>
      <p:sp>
        <p:nvSpPr>
          <p:cNvPr id="98" name="Text Box 45">
            <a:extLst>
              <a:ext uri="{FF2B5EF4-FFF2-40B4-BE49-F238E27FC236}">
                <a16:creationId xmlns:a16="http://schemas.microsoft.com/office/drawing/2014/main" id="{CCD15E83-5420-4B96-8A97-248FE85ADE67}"/>
              </a:ext>
            </a:extLst>
          </p:cNvPr>
          <p:cNvSpPr txBox="1">
            <a:spLocks noChangeArrowheads="1"/>
          </p:cNvSpPr>
          <p:nvPr/>
        </p:nvSpPr>
        <p:spPr bwMode="auto">
          <a:xfrm>
            <a:off x="7297157" y="3952875"/>
            <a:ext cx="450020"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E</a:t>
            </a:r>
          </a:p>
        </p:txBody>
      </p:sp>
    </p:spTree>
    <p:extLst>
      <p:ext uri="{BB962C8B-B14F-4D97-AF65-F5344CB8AC3E}">
        <p14:creationId xmlns:p14="http://schemas.microsoft.com/office/powerpoint/2010/main" val="5185806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76898"/>
                                        </p:tgtEl>
                                        <p:attrNameLst>
                                          <p:attrName>style.visibility</p:attrName>
                                        </p:attrNameLst>
                                      </p:cBhvr>
                                      <p:to>
                                        <p:strVal val="visible"/>
                                      </p:to>
                                    </p:set>
                                    <p:animEffect transition="in" filter="fade">
                                      <p:cBhvr>
                                        <p:cTn id="7" dur="500"/>
                                        <p:tgtEl>
                                          <p:spTgt spid="67689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76892"/>
                                        </p:tgtEl>
                                        <p:attrNameLst>
                                          <p:attrName>style.visibility</p:attrName>
                                        </p:attrNameLst>
                                      </p:cBhvr>
                                      <p:to>
                                        <p:strVal val="visible"/>
                                      </p:to>
                                    </p:set>
                                    <p:animEffect transition="in" filter="fade">
                                      <p:cBhvr>
                                        <p:cTn id="10" dur="500"/>
                                        <p:tgtEl>
                                          <p:spTgt spid="67689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676893">
                                            <p:txEl>
                                              <p:pRg st="0" end="0"/>
                                            </p:txEl>
                                          </p:spTgt>
                                        </p:tgtEl>
                                        <p:attrNameLst>
                                          <p:attrName>style.visibility</p:attrName>
                                        </p:attrNameLst>
                                      </p:cBhvr>
                                      <p:to>
                                        <p:strVal val="visible"/>
                                      </p:to>
                                    </p:set>
                                    <p:animEffect transition="in" filter="fade">
                                      <p:cBhvr>
                                        <p:cTn id="15" dur="500"/>
                                        <p:tgtEl>
                                          <p:spTgt spid="676893">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nodeType="clickEffect">
                                  <p:stCondLst>
                                    <p:cond delay="0"/>
                                  </p:stCondLst>
                                  <p:childTnLst>
                                    <p:set>
                                      <p:cBhvr>
                                        <p:cTn id="19" dur="1" fill="hold">
                                          <p:stCondLst>
                                            <p:cond delay="0"/>
                                          </p:stCondLst>
                                        </p:cTn>
                                        <p:tgtEl>
                                          <p:spTgt spid="676894">
                                            <p:txEl>
                                              <p:pRg st="0" end="0"/>
                                            </p:txEl>
                                          </p:spTgt>
                                        </p:tgtEl>
                                        <p:attrNameLst>
                                          <p:attrName>style.visibility</p:attrName>
                                        </p:attrNameLst>
                                      </p:cBhvr>
                                      <p:to>
                                        <p:strVal val="visible"/>
                                      </p:to>
                                    </p:set>
                                    <p:animEffect transition="in" filter="fade">
                                      <p:cBhvr>
                                        <p:cTn id="20" dur="500"/>
                                        <p:tgtEl>
                                          <p:spTgt spid="676894">
                                            <p:txEl>
                                              <p:pRg st="0" end="0"/>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76899"/>
                                        </p:tgtEl>
                                        <p:attrNameLst>
                                          <p:attrName>style.visibility</p:attrName>
                                        </p:attrNameLst>
                                      </p:cBhvr>
                                      <p:to>
                                        <p:strVal val="visible"/>
                                      </p:to>
                                    </p:set>
                                    <p:animEffect transition="in" filter="fade">
                                      <p:cBhvr>
                                        <p:cTn id="25" dur="500"/>
                                        <p:tgtEl>
                                          <p:spTgt spid="67689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76901"/>
                                        </p:tgtEl>
                                        <p:attrNameLst>
                                          <p:attrName>style.visibility</p:attrName>
                                        </p:attrNameLst>
                                      </p:cBhvr>
                                      <p:to>
                                        <p:strVal val="visible"/>
                                      </p:to>
                                    </p:set>
                                    <p:animEffect transition="in" filter="fade">
                                      <p:cBhvr>
                                        <p:cTn id="28" dur="500"/>
                                        <p:tgtEl>
                                          <p:spTgt spid="67690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9"/>
                                        </p:tgtEl>
                                        <p:attrNameLst>
                                          <p:attrName>style.visibility</p:attrName>
                                        </p:attrNameLst>
                                      </p:cBhvr>
                                      <p:to>
                                        <p:strVal val="visible"/>
                                      </p:to>
                                    </p:set>
                                    <p:animEffect transition="in" filter="fade">
                                      <p:cBhvr>
                                        <p:cTn id="31" dur="500"/>
                                        <p:tgtEl>
                                          <p:spTgt spid="9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676902"/>
                                        </p:tgtEl>
                                        <p:attrNameLst>
                                          <p:attrName>style.visibility</p:attrName>
                                        </p:attrNameLst>
                                      </p:cBhvr>
                                      <p:to>
                                        <p:strVal val="visible"/>
                                      </p:to>
                                    </p:set>
                                    <p:animEffect transition="in" filter="fade">
                                      <p:cBhvr>
                                        <p:cTn id="36" dur="500"/>
                                        <p:tgtEl>
                                          <p:spTgt spid="67690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676897"/>
                                        </p:tgtEl>
                                        <p:attrNameLst>
                                          <p:attrName>style.visibility</p:attrName>
                                        </p:attrNameLst>
                                      </p:cBhvr>
                                      <p:to>
                                        <p:strVal val="visible"/>
                                      </p:to>
                                    </p:set>
                                    <p:animEffect transition="in" filter="fade">
                                      <p:cBhvr>
                                        <p:cTn id="41" dur="500"/>
                                        <p:tgtEl>
                                          <p:spTgt spid="67689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676895"/>
                                        </p:tgtEl>
                                        <p:attrNameLst>
                                          <p:attrName>style.visibility</p:attrName>
                                        </p:attrNameLst>
                                      </p:cBhvr>
                                      <p:to>
                                        <p:strVal val="visible"/>
                                      </p:to>
                                    </p:set>
                                    <p:animEffect transition="in" filter="fade">
                                      <p:cBhvr>
                                        <p:cTn id="46" dur="500"/>
                                        <p:tgtEl>
                                          <p:spTgt spid="67689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95"/>
                                        </p:tgtEl>
                                        <p:attrNameLst>
                                          <p:attrName>style.visibility</p:attrName>
                                        </p:attrNameLst>
                                      </p:cBhvr>
                                      <p:to>
                                        <p:strVal val="visible"/>
                                      </p:to>
                                    </p:set>
                                    <p:animEffect transition="in" filter="fade">
                                      <p:cBhvr>
                                        <p:cTn id="51" dur="500"/>
                                        <p:tgtEl>
                                          <p:spTgt spid="95"/>
                                        </p:tgtEl>
                                      </p:cBhvr>
                                    </p:animEffect>
                                  </p:childTnLst>
                                </p:cTn>
                              </p:par>
                              <p:par>
                                <p:cTn id="52" presetID="42" presetClass="path" presetSubtype="0" accel="50000" decel="50000" fill="hold" grpId="1" nodeType="withEffect">
                                  <p:stCondLst>
                                    <p:cond delay="0"/>
                                  </p:stCondLst>
                                  <p:childTnLst>
                                    <p:animMotion origin="layout" path="M -1.875E-6 2.22222E-6 L 0.00065 -0.14097 " pathEditMode="relative" rAng="0" ptsTypes="AA">
                                      <p:cBhvr>
                                        <p:cTn id="53" dur="2000" fill="hold"/>
                                        <p:tgtEl>
                                          <p:spTgt spid="99"/>
                                        </p:tgtEl>
                                        <p:attrNameLst>
                                          <p:attrName>ppt_x</p:attrName>
                                          <p:attrName>ppt_y</p:attrName>
                                        </p:attrNameLst>
                                      </p:cBhvr>
                                      <p:rCtr x="26" y="-7060"/>
                                    </p:animMotion>
                                  </p:childTnLst>
                                </p:cTn>
                              </p:par>
                              <p:par>
                                <p:cTn id="54" presetID="10" presetClass="exit" presetSubtype="0" fill="hold" grpId="0" nodeType="withEffect">
                                  <p:stCondLst>
                                    <p:cond delay="0"/>
                                  </p:stCondLst>
                                  <p:childTnLst>
                                    <p:animEffect transition="out" filter="fade">
                                      <p:cBhvr>
                                        <p:cTn id="55" dur="500"/>
                                        <p:tgtEl>
                                          <p:spTgt spid="90"/>
                                        </p:tgtEl>
                                      </p:cBhvr>
                                    </p:animEffect>
                                    <p:set>
                                      <p:cBhvr>
                                        <p:cTn id="56" dur="1" fill="hold">
                                          <p:stCondLst>
                                            <p:cond delay="499"/>
                                          </p:stCondLst>
                                        </p:cTn>
                                        <p:tgtEl>
                                          <p:spTgt spid="90"/>
                                        </p:tgtEl>
                                        <p:attrNameLst>
                                          <p:attrName>style.visibility</p:attrName>
                                        </p:attrNameLst>
                                      </p:cBhvr>
                                      <p:to>
                                        <p:strVal val="hidden"/>
                                      </p:to>
                                    </p:set>
                                  </p:childTnLst>
                                </p:cTn>
                              </p:par>
                              <p:par>
                                <p:cTn id="57" presetID="10" presetClass="exit" presetSubtype="0" fill="hold" grpId="0" nodeType="withEffect">
                                  <p:stCondLst>
                                    <p:cond delay="0"/>
                                  </p:stCondLst>
                                  <p:childTnLst>
                                    <p:animEffect transition="out" filter="fade">
                                      <p:cBhvr>
                                        <p:cTn id="58" dur="500"/>
                                        <p:tgtEl>
                                          <p:spTgt spid="88"/>
                                        </p:tgtEl>
                                      </p:cBhvr>
                                    </p:animEffect>
                                    <p:set>
                                      <p:cBhvr>
                                        <p:cTn id="59" dur="1" fill="hold">
                                          <p:stCondLst>
                                            <p:cond delay="499"/>
                                          </p:stCondLst>
                                        </p:cTn>
                                        <p:tgtEl>
                                          <p:spTgt spid="88"/>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676900"/>
                                        </p:tgtEl>
                                        <p:attrNameLst>
                                          <p:attrName>style.visibility</p:attrName>
                                        </p:attrNameLst>
                                      </p:cBhvr>
                                      <p:to>
                                        <p:strVal val="visible"/>
                                      </p:to>
                                    </p:set>
                                    <p:animEffect transition="in" filter="fade">
                                      <p:cBhvr>
                                        <p:cTn id="64" dur="500"/>
                                        <p:tgtEl>
                                          <p:spTgt spid="676900"/>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91"/>
                                        </p:tgtEl>
                                        <p:attrNameLst>
                                          <p:attrName>style.visibility</p:attrName>
                                        </p:attrNameLst>
                                      </p:cBhvr>
                                      <p:to>
                                        <p:strVal val="visible"/>
                                      </p:to>
                                    </p:set>
                                    <p:animEffect transition="in" filter="fade">
                                      <p:cBhvr>
                                        <p:cTn id="69" dur="500"/>
                                        <p:tgtEl>
                                          <p:spTgt spid="91"/>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676896"/>
                                        </p:tgtEl>
                                        <p:attrNameLst>
                                          <p:attrName>style.visibility</p:attrName>
                                        </p:attrNameLst>
                                      </p:cBhvr>
                                      <p:to>
                                        <p:strVal val="visible"/>
                                      </p:to>
                                    </p:set>
                                    <p:animEffect transition="in" filter="fade">
                                      <p:cBhvr>
                                        <p:cTn id="74" dur="500"/>
                                        <p:tgtEl>
                                          <p:spTgt spid="676896"/>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676903"/>
                                        </p:tgtEl>
                                        <p:attrNameLst>
                                          <p:attrName>style.visibility</p:attrName>
                                        </p:attrNameLst>
                                      </p:cBhvr>
                                      <p:to>
                                        <p:strVal val="visible"/>
                                      </p:to>
                                    </p:set>
                                    <p:animEffect transition="in" filter="fade">
                                      <p:cBhvr>
                                        <p:cTn id="79" dur="500"/>
                                        <p:tgtEl>
                                          <p:spTgt spid="676903"/>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676905"/>
                                        </p:tgtEl>
                                        <p:attrNameLst>
                                          <p:attrName>style.visibility</p:attrName>
                                        </p:attrNameLst>
                                      </p:cBhvr>
                                      <p:to>
                                        <p:strVal val="visible"/>
                                      </p:to>
                                    </p:set>
                                    <p:animEffect transition="in" filter="fade">
                                      <p:cBhvr>
                                        <p:cTn id="84" dur="500"/>
                                        <p:tgtEl>
                                          <p:spTgt spid="676905"/>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96"/>
                                        </p:tgtEl>
                                        <p:attrNameLst>
                                          <p:attrName>style.visibility</p:attrName>
                                        </p:attrNameLst>
                                      </p:cBhvr>
                                      <p:to>
                                        <p:strVal val="visible"/>
                                      </p:to>
                                    </p:set>
                                    <p:animEffect transition="in" filter="fade">
                                      <p:cBhvr>
                                        <p:cTn id="89" dur="500"/>
                                        <p:tgtEl>
                                          <p:spTgt spid="96"/>
                                        </p:tgtEl>
                                      </p:cBhvr>
                                    </p:animEffect>
                                  </p:childTnLst>
                                </p:cTn>
                              </p:par>
                              <p:par>
                                <p:cTn id="90" presetID="42" presetClass="path" presetSubtype="0" accel="50000" decel="50000" fill="hold" grpId="2" nodeType="withEffect">
                                  <p:stCondLst>
                                    <p:cond delay="0"/>
                                  </p:stCondLst>
                                  <p:childTnLst>
                                    <p:animMotion origin="layout" path="M 0.00065 -0.14097 L 0.00065 -0.28403 " pathEditMode="relative" rAng="0" ptsTypes="AA">
                                      <p:cBhvr>
                                        <p:cTn id="91" dur="2000" fill="hold"/>
                                        <p:tgtEl>
                                          <p:spTgt spid="99"/>
                                        </p:tgtEl>
                                        <p:attrNameLst>
                                          <p:attrName>ppt_x</p:attrName>
                                          <p:attrName>ppt_y</p:attrName>
                                        </p:attrNameLst>
                                      </p:cBhvr>
                                      <p:rCtr x="0" y="-7153"/>
                                    </p:animMotion>
                                  </p:childTnLst>
                                </p:cTn>
                              </p:par>
                              <p:par>
                                <p:cTn id="92" presetID="10" presetClass="exit" presetSubtype="0" fill="hold" grpId="0" nodeType="withEffect">
                                  <p:stCondLst>
                                    <p:cond delay="0"/>
                                  </p:stCondLst>
                                  <p:childTnLst>
                                    <p:animEffect transition="out" filter="fade">
                                      <p:cBhvr>
                                        <p:cTn id="93" dur="500"/>
                                        <p:tgtEl>
                                          <p:spTgt spid="89"/>
                                        </p:tgtEl>
                                      </p:cBhvr>
                                    </p:animEffect>
                                    <p:set>
                                      <p:cBhvr>
                                        <p:cTn id="94" dur="1" fill="hold">
                                          <p:stCondLst>
                                            <p:cond delay="499"/>
                                          </p:stCondLst>
                                        </p:cTn>
                                        <p:tgtEl>
                                          <p:spTgt spid="89"/>
                                        </p:tgtEl>
                                        <p:attrNameLst>
                                          <p:attrName>style.visibility</p:attrName>
                                        </p:attrNameLst>
                                      </p:cBhvr>
                                      <p:to>
                                        <p:strVal val="hidden"/>
                                      </p:to>
                                    </p:set>
                                  </p:childTnLst>
                                </p:cTn>
                              </p:par>
                              <p:par>
                                <p:cTn id="95" presetID="10" presetClass="exit" presetSubtype="0" fill="hold" grpId="0" nodeType="withEffect">
                                  <p:stCondLst>
                                    <p:cond delay="0"/>
                                  </p:stCondLst>
                                  <p:childTnLst>
                                    <p:animEffect transition="out" filter="fade">
                                      <p:cBhvr>
                                        <p:cTn id="96" dur="500"/>
                                        <p:tgtEl>
                                          <p:spTgt spid="87"/>
                                        </p:tgtEl>
                                      </p:cBhvr>
                                    </p:animEffect>
                                    <p:set>
                                      <p:cBhvr>
                                        <p:cTn id="97" dur="1" fill="hold">
                                          <p:stCondLst>
                                            <p:cond delay="499"/>
                                          </p:stCondLst>
                                        </p:cTn>
                                        <p:tgtEl>
                                          <p:spTgt spid="87"/>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676904"/>
                                        </p:tgtEl>
                                        <p:attrNameLst>
                                          <p:attrName>style.visibility</p:attrName>
                                        </p:attrNameLst>
                                      </p:cBhvr>
                                      <p:to>
                                        <p:strVal val="visible"/>
                                      </p:to>
                                    </p:set>
                                    <p:animEffect transition="in" filter="fade">
                                      <p:cBhvr>
                                        <p:cTn id="102" dur="500"/>
                                        <p:tgtEl>
                                          <p:spTgt spid="676904"/>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92"/>
                                        </p:tgtEl>
                                        <p:attrNameLst>
                                          <p:attrName>style.visibility</p:attrName>
                                        </p:attrNameLst>
                                      </p:cBhvr>
                                      <p:to>
                                        <p:strVal val="visible"/>
                                      </p:to>
                                    </p:set>
                                    <p:animEffect transition="in" filter="fade">
                                      <p:cBhvr>
                                        <p:cTn id="107" dur="500"/>
                                        <p:tgtEl>
                                          <p:spTgt spid="92"/>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676906"/>
                                        </p:tgtEl>
                                        <p:attrNameLst>
                                          <p:attrName>style.visibility</p:attrName>
                                        </p:attrNameLst>
                                      </p:cBhvr>
                                      <p:to>
                                        <p:strVal val="visible"/>
                                      </p:to>
                                    </p:set>
                                    <p:animEffect transition="in" filter="fade">
                                      <p:cBhvr>
                                        <p:cTn id="112" dur="500"/>
                                        <p:tgtEl>
                                          <p:spTgt spid="676906"/>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676907"/>
                                        </p:tgtEl>
                                        <p:attrNameLst>
                                          <p:attrName>style.visibility</p:attrName>
                                        </p:attrNameLst>
                                      </p:cBhvr>
                                      <p:to>
                                        <p:strVal val="visible"/>
                                      </p:to>
                                    </p:set>
                                    <p:animEffect transition="in" filter="fade">
                                      <p:cBhvr>
                                        <p:cTn id="117" dur="500"/>
                                        <p:tgtEl>
                                          <p:spTgt spid="676907"/>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676909"/>
                                        </p:tgtEl>
                                        <p:attrNameLst>
                                          <p:attrName>style.visibility</p:attrName>
                                        </p:attrNameLst>
                                      </p:cBhvr>
                                      <p:to>
                                        <p:strVal val="visible"/>
                                      </p:to>
                                    </p:set>
                                    <p:animEffect transition="in" filter="fade">
                                      <p:cBhvr>
                                        <p:cTn id="122" dur="500"/>
                                        <p:tgtEl>
                                          <p:spTgt spid="676909"/>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98"/>
                                        </p:tgtEl>
                                        <p:attrNameLst>
                                          <p:attrName>style.visibility</p:attrName>
                                        </p:attrNameLst>
                                      </p:cBhvr>
                                      <p:to>
                                        <p:strVal val="visible"/>
                                      </p:to>
                                    </p:set>
                                    <p:animEffect transition="in" filter="fade">
                                      <p:cBhvr>
                                        <p:cTn id="127" dur="500"/>
                                        <p:tgtEl>
                                          <p:spTgt spid="98"/>
                                        </p:tgtEl>
                                      </p:cBhvr>
                                    </p:animEffect>
                                  </p:childTnLst>
                                </p:cTn>
                              </p:par>
                              <p:par>
                                <p:cTn id="128" presetID="10" presetClass="exit" presetSubtype="0" fill="hold" grpId="0" nodeType="withEffect">
                                  <p:stCondLst>
                                    <p:cond delay="0"/>
                                  </p:stCondLst>
                                  <p:childTnLst>
                                    <p:animEffect transition="out" filter="fade">
                                      <p:cBhvr>
                                        <p:cTn id="129" dur="500"/>
                                        <p:tgtEl>
                                          <p:spTgt spid="86"/>
                                        </p:tgtEl>
                                      </p:cBhvr>
                                    </p:animEffect>
                                    <p:set>
                                      <p:cBhvr>
                                        <p:cTn id="130" dur="1" fill="hold">
                                          <p:stCondLst>
                                            <p:cond delay="499"/>
                                          </p:stCondLst>
                                        </p:cTn>
                                        <p:tgtEl>
                                          <p:spTgt spid="86"/>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82"/>
                                        </p:tgtEl>
                                      </p:cBhvr>
                                    </p:animEffect>
                                    <p:set>
                                      <p:cBhvr>
                                        <p:cTn id="133" dur="1" fill="hold">
                                          <p:stCondLst>
                                            <p:cond delay="499"/>
                                          </p:stCondLst>
                                        </p:cTn>
                                        <p:tgtEl>
                                          <p:spTgt spid="82"/>
                                        </p:tgtEl>
                                        <p:attrNameLst>
                                          <p:attrName>style.visibility</p:attrName>
                                        </p:attrNameLst>
                                      </p:cBhvr>
                                      <p:to>
                                        <p:strVal val="hidden"/>
                                      </p:to>
                                    </p:set>
                                  </p:childTnLst>
                                </p:cTn>
                              </p:par>
                              <p:par>
                                <p:cTn id="134" presetID="42" presetClass="path" presetSubtype="0" accel="50000" decel="50000" fill="hold" grpId="3" nodeType="withEffect">
                                  <p:stCondLst>
                                    <p:cond delay="0"/>
                                  </p:stCondLst>
                                  <p:childTnLst>
                                    <p:animMotion origin="layout" path="M 0.00065 -0.28403 L 0.00091 -0.42847 " pathEditMode="relative" rAng="0" ptsTypes="AA">
                                      <p:cBhvr>
                                        <p:cTn id="135" dur="2000" fill="hold"/>
                                        <p:tgtEl>
                                          <p:spTgt spid="99"/>
                                        </p:tgtEl>
                                        <p:attrNameLst>
                                          <p:attrName>ppt_x</p:attrName>
                                          <p:attrName>ppt_y</p:attrName>
                                        </p:attrNameLst>
                                      </p:cBhvr>
                                      <p:rCtr x="13" y="-7222"/>
                                    </p:animMotion>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676908"/>
                                        </p:tgtEl>
                                        <p:attrNameLst>
                                          <p:attrName>style.visibility</p:attrName>
                                        </p:attrNameLst>
                                      </p:cBhvr>
                                      <p:to>
                                        <p:strVal val="visible"/>
                                      </p:to>
                                    </p:set>
                                    <p:animEffect transition="in" filter="fade">
                                      <p:cBhvr>
                                        <p:cTn id="140" dur="500"/>
                                        <p:tgtEl>
                                          <p:spTgt spid="676908"/>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93"/>
                                        </p:tgtEl>
                                        <p:attrNameLst>
                                          <p:attrName>style.visibility</p:attrName>
                                        </p:attrNameLst>
                                      </p:cBhvr>
                                      <p:to>
                                        <p:strVal val="visible"/>
                                      </p:to>
                                    </p:set>
                                    <p:animEffect transition="in" filter="fade">
                                      <p:cBhvr>
                                        <p:cTn id="145" dur="500"/>
                                        <p:tgtEl>
                                          <p:spTgt spid="93"/>
                                        </p:tgtEl>
                                      </p:cBhvr>
                                    </p:animEffect>
                                  </p:childTnLst>
                                </p:cTn>
                              </p:par>
                            </p:childTnLst>
                          </p:cTn>
                        </p:par>
                      </p:childTnLst>
                    </p:cTn>
                  </p:par>
                  <p:par>
                    <p:cTn id="146" fill="hold">
                      <p:stCondLst>
                        <p:cond delay="indefinite"/>
                      </p:stCondLst>
                      <p:childTnLst>
                        <p:par>
                          <p:cTn id="147" fill="hold">
                            <p:stCondLst>
                              <p:cond delay="0"/>
                            </p:stCondLst>
                            <p:childTnLst>
                              <p:par>
                                <p:cTn id="148" presetID="10" presetClass="entr" presetSubtype="0" fill="hold" grpId="0" nodeType="clickEffect">
                                  <p:stCondLst>
                                    <p:cond delay="0"/>
                                  </p:stCondLst>
                                  <p:childTnLst>
                                    <p:set>
                                      <p:cBhvr>
                                        <p:cTn id="149" dur="1" fill="hold">
                                          <p:stCondLst>
                                            <p:cond delay="0"/>
                                          </p:stCondLst>
                                        </p:cTn>
                                        <p:tgtEl>
                                          <p:spTgt spid="676910"/>
                                        </p:tgtEl>
                                        <p:attrNameLst>
                                          <p:attrName>style.visibility</p:attrName>
                                        </p:attrNameLst>
                                      </p:cBhvr>
                                      <p:to>
                                        <p:strVal val="visible"/>
                                      </p:to>
                                    </p:set>
                                    <p:animEffect transition="in" filter="fade">
                                      <p:cBhvr>
                                        <p:cTn id="150" dur="500"/>
                                        <p:tgtEl>
                                          <p:spTgt spid="676910"/>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10" presetClass="entr" presetSubtype="0" fill="hold" grpId="0" nodeType="clickEffect">
                                  <p:stCondLst>
                                    <p:cond delay="0"/>
                                  </p:stCondLst>
                                  <p:childTnLst>
                                    <p:set>
                                      <p:cBhvr>
                                        <p:cTn id="154" dur="1" fill="hold">
                                          <p:stCondLst>
                                            <p:cond delay="0"/>
                                          </p:stCondLst>
                                        </p:cTn>
                                        <p:tgtEl>
                                          <p:spTgt spid="676911"/>
                                        </p:tgtEl>
                                        <p:attrNameLst>
                                          <p:attrName>style.visibility</p:attrName>
                                        </p:attrNameLst>
                                      </p:cBhvr>
                                      <p:to>
                                        <p:strVal val="visible"/>
                                      </p:to>
                                    </p:set>
                                    <p:animEffect transition="in" filter="fade">
                                      <p:cBhvr>
                                        <p:cTn id="155" dur="500"/>
                                        <p:tgtEl>
                                          <p:spTgt spid="676911"/>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10" presetClass="entr" presetSubtype="0" fill="hold" grpId="0" nodeType="clickEffect">
                                  <p:stCondLst>
                                    <p:cond delay="0"/>
                                  </p:stCondLst>
                                  <p:childTnLst>
                                    <p:set>
                                      <p:cBhvr>
                                        <p:cTn id="159" dur="1" fill="hold">
                                          <p:stCondLst>
                                            <p:cond delay="0"/>
                                          </p:stCondLst>
                                        </p:cTn>
                                        <p:tgtEl>
                                          <p:spTgt spid="676912"/>
                                        </p:tgtEl>
                                        <p:attrNameLst>
                                          <p:attrName>style.visibility</p:attrName>
                                        </p:attrNameLst>
                                      </p:cBhvr>
                                      <p:to>
                                        <p:strVal val="visible"/>
                                      </p:to>
                                    </p:set>
                                    <p:animEffect transition="in" filter="fade">
                                      <p:cBhvr>
                                        <p:cTn id="160" dur="500"/>
                                        <p:tgtEl>
                                          <p:spTgt spid="676912"/>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76913"/>
                                        </p:tgtEl>
                                        <p:attrNameLst>
                                          <p:attrName>style.visibility</p:attrName>
                                        </p:attrNameLst>
                                      </p:cBhvr>
                                      <p:to>
                                        <p:strVal val="visible"/>
                                      </p:to>
                                    </p:set>
                                    <p:animEffect transition="in" filter="fade">
                                      <p:cBhvr>
                                        <p:cTn id="163" dur="500"/>
                                        <p:tgtEl>
                                          <p:spTgt spid="676913"/>
                                        </p:tgtEl>
                                      </p:cBhvr>
                                    </p:animEffect>
                                  </p:childTnLst>
                                </p:cTn>
                              </p:par>
                              <p:par>
                                <p:cTn id="164" presetID="42" presetClass="path" presetSubtype="0" accel="50000" decel="50000" fill="hold" grpId="4" nodeType="withEffect">
                                  <p:stCondLst>
                                    <p:cond delay="0"/>
                                  </p:stCondLst>
                                  <p:childTnLst>
                                    <p:animMotion origin="layout" path="M 0.00091 -0.42847 L 0.08099 -0.43287 " pathEditMode="relative" rAng="0" ptsTypes="AA">
                                      <p:cBhvr>
                                        <p:cTn id="165" dur="2000" fill="hold"/>
                                        <p:tgtEl>
                                          <p:spTgt spid="99"/>
                                        </p:tgtEl>
                                        <p:attrNameLst>
                                          <p:attrName>ppt_x</p:attrName>
                                          <p:attrName>ppt_y</p:attrName>
                                        </p:attrNameLst>
                                      </p:cBhvr>
                                      <p:rCtr x="3997" y="-231"/>
                                    </p:animMotion>
                                  </p:childTnLst>
                                </p:cTn>
                              </p:par>
                            </p:childTnLst>
                          </p:cTn>
                        </p:par>
                      </p:childTnLst>
                    </p:cTn>
                  </p:par>
                  <p:par>
                    <p:cTn id="166" fill="hold">
                      <p:stCondLst>
                        <p:cond delay="indefinite"/>
                      </p:stCondLst>
                      <p:childTnLst>
                        <p:par>
                          <p:cTn id="167" fill="hold">
                            <p:stCondLst>
                              <p:cond delay="0"/>
                            </p:stCondLst>
                            <p:childTnLst>
                              <p:par>
                                <p:cTn id="168" presetID="10" presetClass="entr" presetSubtype="0" fill="hold" nodeType="clickEffect">
                                  <p:stCondLst>
                                    <p:cond delay="0"/>
                                  </p:stCondLst>
                                  <p:childTnLst>
                                    <p:set>
                                      <p:cBhvr>
                                        <p:cTn id="169" dur="1" fill="hold">
                                          <p:stCondLst>
                                            <p:cond delay="0"/>
                                          </p:stCondLst>
                                        </p:cTn>
                                        <p:tgtEl>
                                          <p:spTgt spid="676914">
                                            <p:txEl>
                                              <p:pRg st="0" end="0"/>
                                            </p:txEl>
                                          </p:spTgt>
                                        </p:tgtEl>
                                        <p:attrNameLst>
                                          <p:attrName>style.visibility</p:attrName>
                                        </p:attrNameLst>
                                      </p:cBhvr>
                                      <p:to>
                                        <p:strVal val="visible"/>
                                      </p:to>
                                    </p:set>
                                    <p:animEffect transition="in" filter="fade">
                                      <p:cBhvr>
                                        <p:cTn id="170" dur="500"/>
                                        <p:tgtEl>
                                          <p:spTgt spid="676914">
                                            <p:txEl>
                                              <p:pRg st="0" end="0"/>
                                            </p:txEl>
                                          </p:spTgt>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10" presetClass="entr" presetSubtype="0" fill="hold" grpId="0" nodeType="clickEffect">
                                  <p:stCondLst>
                                    <p:cond delay="0"/>
                                  </p:stCondLst>
                                  <p:childTnLst>
                                    <p:set>
                                      <p:cBhvr>
                                        <p:cTn id="174" dur="1" fill="hold">
                                          <p:stCondLst>
                                            <p:cond delay="0"/>
                                          </p:stCondLst>
                                        </p:cTn>
                                        <p:tgtEl>
                                          <p:spTgt spid="676915"/>
                                        </p:tgtEl>
                                        <p:attrNameLst>
                                          <p:attrName>style.visibility</p:attrName>
                                        </p:attrNameLst>
                                      </p:cBhvr>
                                      <p:to>
                                        <p:strVal val="visible"/>
                                      </p:to>
                                    </p:set>
                                    <p:animEffect transition="in" filter="fade">
                                      <p:cBhvr>
                                        <p:cTn id="175" dur="500"/>
                                        <p:tgtEl>
                                          <p:spTgt spid="676915"/>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10" presetClass="entr" presetSubtype="0" fill="hold" grpId="0" nodeType="clickEffect">
                                  <p:stCondLst>
                                    <p:cond delay="0"/>
                                  </p:stCondLst>
                                  <p:childTnLst>
                                    <p:set>
                                      <p:cBhvr>
                                        <p:cTn id="179" dur="1" fill="hold">
                                          <p:stCondLst>
                                            <p:cond delay="0"/>
                                          </p:stCondLst>
                                        </p:cTn>
                                        <p:tgtEl>
                                          <p:spTgt spid="676916"/>
                                        </p:tgtEl>
                                        <p:attrNameLst>
                                          <p:attrName>style.visibility</p:attrName>
                                        </p:attrNameLst>
                                      </p:cBhvr>
                                      <p:to>
                                        <p:strVal val="visible"/>
                                      </p:to>
                                    </p:set>
                                    <p:animEffect transition="in" filter="fade">
                                      <p:cBhvr>
                                        <p:cTn id="180" dur="500"/>
                                        <p:tgtEl>
                                          <p:spTgt spid="676916"/>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676917"/>
                                        </p:tgtEl>
                                        <p:attrNameLst>
                                          <p:attrName>style.visibility</p:attrName>
                                        </p:attrNameLst>
                                      </p:cBhvr>
                                      <p:to>
                                        <p:strVal val="visible"/>
                                      </p:to>
                                    </p:set>
                                    <p:animEffect transition="in" filter="fade">
                                      <p:cBhvr>
                                        <p:cTn id="183" dur="500"/>
                                        <p:tgtEl>
                                          <p:spTgt spid="676917"/>
                                        </p:tgtEl>
                                      </p:cBhvr>
                                    </p:animEffect>
                                  </p:childTnLst>
                                </p:cTn>
                              </p:par>
                              <p:par>
                                <p:cTn id="184" presetID="42" presetClass="path" presetSubtype="0" accel="50000" decel="50000" fill="hold" grpId="5" nodeType="withEffect">
                                  <p:stCondLst>
                                    <p:cond delay="0"/>
                                  </p:stCondLst>
                                  <p:childTnLst>
                                    <p:animMotion origin="layout" path="M 0.08099 -0.43287 L 0.07852 0.00347 " pathEditMode="relative" rAng="0" ptsTypes="AA">
                                      <p:cBhvr>
                                        <p:cTn id="185" dur="2000" fill="hold"/>
                                        <p:tgtEl>
                                          <p:spTgt spid="99"/>
                                        </p:tgtEl>
                                        <p:attrNameLst>
                                          <p:attrName>ppt_x</p:attrName>
                                          <p:attrName>ppt_y</p:attrName>
                                        </p:attrNameLst>
                                      </p:cBhvr>
                                      <p:rCtr x="-130" y="21806"/>
                                    </p:animMotion>
                                  </p:childTnLst>
                                </p:cTn>
                              </p:par>
                            </p:childTnLst>
                          </p:cTn>
                        </p:par>
                      </p:childTnLst>
                    </p:cTn>
                  </p:par>
                  <p:par>
                    <p:cTn id="186" fill="hold">
                      <p:stCondLst>
                        <p:cond delay="indefinite"/>
                      </p:stCondLst>
                      <p:childTnLst>
                        <p:par>
                          <p:cTn id="187" fill="hold">
                            <p:stCondLst>
                              <p:cond delay="0"/>
                            </p:stCondLst>
                            <p:childTnLst>
                              <p:par>
                                <p:cTn id="188" presetID="10" presetClass="entr" presetSubtype="0" fill="hold" grpId="0" nodeType="clickEffect">
                                  <p:stCondLst>
                                    <p:cond delay="0"/>
                                  </p:stCondLst>
                                  <p:childTnLst>
                                    <p:set>
                                      <p:cBhvr>
                                        <p:cTn id="189" dur="1" fill="hold">
                                          <p:stCondLst>
                                            <p:cond delay="0"/>
                                          </p:stCondLst>
                                        </p:cTn>
                                        <p:tgtEl>
                                          <p:spTgt spid="676918"/>
                                        </p:tgtEl>
                                        <p:attrNameLst>
                                          <p:attrName>style.visibility</p:attrName>
                                        </p:attrNameLst>
                                      </p:cBhvr>
                                      <p:to>
                                        <p:strVal val="visible"/>
                                      </p:to>
                                    </p:set>
                                    <p:animEffect transition="in" filter="fade">
                                      <p:cBhvr>
                                        <p:cTn id="190" dur="500"/>
                                        <p:tgtEl>
                                          <p:spTgt spid="676918"/>
                                        </p:tgtEl>
                                      </p:cBhvr>
                                    </p:animEffect>
                                  </p:childTnLst>
                                </p:cTn>
                              </p:par>
                            </p:childTnLst>
                          </p:cTn>
                        </p:par>
                      </p:childTnLst>
                    </p:cTn>
                  </p:par>
                  <p:par>
                    <p:cTn id="191" fill="hold" nodeType="clickPar">
                      <p:stCondLst>
                        <p:cond delay="indefinite"/>
                      </p:stCondLst>
                      <p:childTnLst>
                        <p:par>
                          <p:cTn id="192" fill="hold" nodeType="withGroup">
                            <p:stCondLst>
                              <p:cond delay="0"/>
                            </p:stCondLst>
                            <p:childTnLst>
                              <p:par>
                                <p:cTn id="193" presetID="10" presetClass="entr" presetSubtype="0" fill="hold" grpId="0" nodeType="clickEffect">
                                  <p:stCondLst>
                                    <p:cond delay="0"/>
                                  </p:stCondLst>
                                  <p:childTnLst>
                                    <p:set>
                                      <p:cBhvr>
                                        <p:cTn id="194" dur="1" fill="hold">
                                          <p:stCondLst>
                                            <p:cond delay="0"/>
                                          </p:stCondLst>
                                        </p:cTn>
                                        <p:tgtEl>
                                          <p:spTgt spid="676919"/>
                                        </p:tgtEl>
                                        <p:attrNameLst>
                                          <p:attrName>style.visibility</p:attrName>
                                        </p:attrNameLst>
                                      </p:cBhvr>
                                      <p:to>
                                        <p:strVal val="visible"/>
                                      </p:to>
                                    </p:set>
                                    <p:animEffect transition="in" filter="fade">
                                      <p:cBhvr>
                                        <p:cTn id="195" dur="500"/>
                                        <p:tgtEl>
                                          <p:spTgt spid="676919"/>
                                        </p:tgtEl>
                                      </p:cBhvr>
                                    </p:animEffect>
                                  </p:childTnLst>
                                </p:cTn>
                              </p:par>
                            </p:childTnLst>
                          </p:cTn>
                        </p:par>
                      </p:childTnLst>
                    </p:cTn>
                  </p:par>
                  <p:par>
                    <p:cTn id="196" fill="hold">
                      <p:stCondLst>
                        <p:cond delay="indefinite"/>
                      </p:stCondLst>
                      <p:childTnLst>
                        <p:par>
                          <p:cTn id="197" fill="hold">
                            <p:stCondLst>
                              <p:cond delay="0"/>
                            </p:stCondLst>
                            <p:childTnLst>
                              <p:par>
                                <p:cTn id="198" presetID="10" presetClass="entr" presetSubtype="0" fill="hold" grpId="0" nodeType="clickEffect">
                                  <p:stCondLst>
                                    <p:cond delay="0"/>
                                  </p:stCondLst>
                                  <p:childTnLst>
                                    <p:set>
                                      <p:cBhvr>
                                        <p:cTn id="199" dur="1" fill="hold">
                                          <p:stCondLst>
                                            <p:cond delay="0"/>
                                          </p:stCondLst>
                                        </p:cTn>
                                        <p:tgtEl>
                                          <p:spTgt spid="676921"/>
                                        </p:tgtEl>
                                        <p:attrNameLst>
                                          <p:attrName>style.visibility</p:attrName>
                                        </p:attrNameLst>
                                      </p:cBhvr>
                                      <p:to>
                                        <p:strVal val="visible"/>
                                      </p:to>
                                    </p:set>
                                    <p:animEffect transition="in" filter="fade">
                                      <p:cBhvr>
                                        <p:cTn id="200" dur="500"/>
                                        <p:tgtEl>
                                          <p:spTgt spid="676921"/>
                                        </p:tgtEl>
                                      </p:cBhvr>
                                    </p:animEffect>
                                  </p:childTnLst>
                                </p:cTn>
                              </p:par>
                            </p:childTnLst>
                          </p:cTn>
                        </p:par>
                      </p:childTnLst>
                    </p:cTn>
                  </p:par>
                  <p:par>
                    <p:cTn id="201" fill="hold">
                      <p:stCondLst>
                        <p:cond delay="indefinite"/>
                      </p:stCondLst>
                      <p:childTnLst>
                        <p:par>
                          <p:cTn id="202" fill="hold">
                            <p:stCondLst>
                              <p:cond delay="0"/>
                            </p:stCondLst>
                            <p:childTnLst>
                              <p:par>
                                <p:cTn id="203" presetID="10" presetClass="entr" presetSubtype="0" fill="hold" grpId="0" nodeType="clickEffect">
                                  <p:stCondLst>
                                    <p:cond delay="0"/>
                                  </p:stCondLst>
                                  <p:childTnLst>
                                    <p:set>
                                      <p:cBhvr>
                                        <p:cTn id="204" dur="1" fill="hold">
                                          <p:stCondLst>
                                            <p:cond delay="0"/>
                                          </p:stCondLst>
                                        </p:cTn>
                                        <p:tgtEl>
                                          <p:spTgt spid="97"/>
                                        </p:tgtEl>
                                        <p:attrNameLst>
                                          <p:attrName>style.visibility</p:attrName>
                                        </p:attrNameLst>
                                      </p:cBhvr>
                                      <p:to>
                                        <p:strVal val="visible"/>
                                      </p:to>
                                    </p:set>
                                    <p:animEffect transition="in" filter="fade">
                                      <p:cBhvr>
                                        <p:cTn id="205" dur="500"/>
                                        <p:tgtEl>
                                          <p:spTgt spid="97"/>
                                        </p:tgtEl>
                                      </p:cBhvr>
                                    </p:animEffect>
                                  </p:childTnLst>
                                </p:cTn>
                              </p:par>
                              <p:par>
                                <p:cTn id="206" presetID="42" presetClass="path" presetSubtype="0" accel="50000" decel="50000" fill="hold" grpId="6" nodeType="withEffect">
                                  <p:stCondLst>
                                    <p:cond delay="0"/>
                                  </p:stCondLst>
                                  <p:childTnLst>
                                    <p:animMotion origin="layout" path="M 0.07852 0.00347 L 0.07956 -0.1456 " pathEditMode="relative" rAng="0" ptsTypes="AA">
                                      <p:cBhvr>
                                        <p:cTn id="207" dur="2000" fill="hold"/>
                                        <p:tgtEl>
                                          <p:spTgt spid="99"/>
                                        </p:tgtEl>
                                        <p:attrNameLst>
                                          <p:attrName>ppt_x</p:attrName>
                                          <p:attrName>ppt_y</p:attrName>
                                        </p:attrNameLst>
                                      </p:cBhvr>
                                      <p:rCtr x="52" y="-7454"/>
                                    </p:animMotion>
                                  </p:childTnLst>
                                </p:cTn>
                              </p:par>
                              <p:par>
                                <p:cTn id="208" presetID="10" presetClass="exit" presetSubtype="0" fill="hold" grpId="0" nodeType="withEffect">
                                  <p:stCondLst>
                                    <p:cond delay="0"/>
                                  </p:stCondLst>
                                  <p:childTnLst>
                                    <p:animEffect transition="out" filter="fade">
                                      <p:cBhvr>
                                        <p:cTn id="209" dur="500"/>
                                        <p:tgtEl>
                                          <p:spTgt spid="81"/>
                                        </p:tgtEl>
                                      </p:cBhvr>
                                    </p:animEffect>
                                    <p:set>
                                      <p:cBhvr>
                                        <p:cTn id="210" dur="1" fill="hold">
                                          <p:stCondLst>
                                            <p:cond delay="499"/>
                                          </p:stCondLst>
                                        </p:cTn>
                                        <p:tgtEl>
                                          <p:spTgt spid="81"/>
                                        </p:tgtEl>
                                        <p:attrNameLst>
                                          <p:attrName>style.visibility</p:attrName>
                                        </p:attrNameLst>
                                      </p:cBhvr>
                                      <p:to>
                                        <p:strVal val="hidden"/>
                                      </p:to>
                                    </p:set>
                                  </p:childTnLst>
                                </p:cTn>
                              </p:par>
                              <p:par>
                                <p:cTn id="211" presetID="10" presetClass="exit" presetSubtype="0" fill="hold" grpId="0" nodeType="withEffect">
                                  <p:stCondLst>
                                    <p:cond delay="0"/>
                                  </p:stCondLst>
                                  <p:childTnLst>
                                    <p:animEffect transition="out" filter="fade">
                                      <p:cBhvr>
                                        <p:cTn id="212" dur="500"/>
                                        <p:tgtEl>
                                          <p:spTgt spid="85"/>
                                        </p:tgtEl>
                                      </p:cBhvr>
                                    </p:animEffect>
                                    <p:set>
                                      <p:cBhvr>
                                        <p:cTn id="213" dur="1" fill="hold">
                                          <p:stCondLst>
                                            <p:cond delay="499"/>
                                          </p:stCondLst>
                                        </p:cTn>
                                        <p:tgtEl>
                                          <p:spTgt spid="85"/>
                                        </p:tgtEl>
                                        <p:attrNameLst>
                                          <p:attrName>style.visibility</p:attrName>
                                        </p:attrNameLst>
                                      </p:cBhvr>
                                      <p:to>
                                        <p:strVal val="hidden"/>
                                      </p:to>
                                    </p:set>
                                  </p:childTnLst>
                                </p:cTn>
                              </p:par>
                            </p:childTnLst>
                          </p:cTn>
                        </p:par>
                      </p:childTnLst>
                    </p:cTn>
                  </p:par>
                  <p:par>
                    <p:cTn id="214" fill="hold">
                      <p:stCondLst>
                        <p:cond delay="indefinite"/>
                      </p:stCondLst>
                      <p:childTnLst>
                        <p:par>
                          <p:cTn id="215" fill="hold">
                            <p:stCondLst>
                              <p:cond delay="0"/>
                            </p:stCondLst>
                            <p:childTnLst>
                              <p:par>
                                <p:cTn id="216" presetID="10" presetClass="entr" presetSubtype="0" fill="hold" grpId="0" nodeType="clickEffect">
                                  <p:stCondLst>
                                    <p:cond delay="0"/>
                                  </p:stCondLst>
                                  <p:childTnLst>
                                    <p:set>
                                      <p:cBhvr>
                                        <p:cTn id="217" dur="1" fill="hold">
                                          <p:stCondLst>
                                            <p:cond delay="0"/>
                                          </p:stCondLst>
                                        </p:cTn>
                                        <p:tgtEl>
                                          <p:spTgt spid="676920"/>
                                        </p:tgtEl>
                                        <p:attrNameLst>
                                          <p:attrName>style.visibility</p:attrName>
                                        </p:attrNameLst>
                                      </p:cBhvr>
                                      <p:to>
                                        <p:strVal val="visible"/>
                                      </p:to>
                                    </p:set>
                                    <p:animEffect transition="in" filter="fade">
                                      <p:cBhvr>
                                        <p:cTn id="218" dur="500"/>
                                        <p:tgtEl>
                                          <p:spTgt spid="676920"/>
                                        </p:tgtEl>
                                      </p:cBhvr>
                                    </p:animEffect>
                                  </p:childTnLst>
                                </p:cTn>
                              </p:par>
                            </p:childTnLst>
                          </p:cTn>
                        </p:par>
                      </p:childTnLst>
                    </p:cTn>
                  </p:par>
                  <p:par>
                    <p:cTn id="219" fill="hold">
                      <p:stCondLst>
                        <p:cond delay="indefinite"/>
                      </p:stCondLst>
                      <p:childTnLst>
                        <p:par>
                          <p:cTn id="220" fill="hold">
                            <p:stCondLst>
                              <p:cond delay="0"/>
                            </p:stCondLst>
                            <p:childTnLst>
                              <p:par>
                                <p:cTn id="221" presetID="10" presetClass="entr" presetSubtype="0" fill="hold" grpId="0" nodeType="clickEffect">
                                  <p:stCondLst>
                                    <p:cond delay="0"/>
                                  </p:stCondLst>
                                  <p:childTnLst>
                                    <p:set>
                                      <p:cBhvr>
                                        <p:cTn id="222" dur="1" fill="hold">
                                          <p:stCondLst>
                                            <p:cond delay="0"/>
                                          </p:stCondLst>
                                        </p:cTn>
                                        <p:tgtEl>
                                          <p:spTgt spid="94"/>
                                        </p:tgtEl>
                                        <p:attrNameLst>
                                          <p:attrName>style.visibility</p:attrName>
                                        </p:attrNameLst>
                                      </p:cBhvr>
                                      <p:to>
                                        <p:strVal val="visible"/>
                                      </p:to>
                                    </p:set>
                                    <p:animEffect transition="in" filter="fade">
                                      <p:cBhvr>
                                        <p:cTn id="223" dur="500"/>
                                        <p:tgtEl>
                                          <p:spTgt spid="94"/>
                                        </p:tgtEl>
                                      </p:cBhvr>
                                    </p:animEffect>
                                  </p:childTnLst>
                                </p:cTn>
                              </p:par>
                            </p:childTnLst>
                          </p:cTn>
                        </p:par>
                      </p:childTnLst>
                    </p:cTn>
                  </p:par>
                  <p:par>
                    <p:cTn id="224" fill="hold">
                      <p:stCondLst>
                        <p:cond delay="indefinite"/>
                      </p:stCondLst>
                      <p:childTnLst>
                        <p:par>
                          <p:cTn id="225" fill="hold">
                            <p:stCondLst>
                              <p:cond delay="0"/>
                            </p:stCondLst>
                            <p:childTnLst>
                              <p:par>
                                <p:cTn id="226" presetID="10" presetClass="entr" presetSubtype="0" fill="hold" grpId="0" nodeType="clickEffect">
                                  <p:stCondLst>
                                    <p:cond delay="0"/>
                                  </p:stCondLst>
                                  <p:childTnLst>
                                    <p:set>
                                      <p:cBhvr>
                                        <p:cTn id="227" dur="1" fill="hold">
                                          <p:stCondLst>
                                            <p:cond delay="0"/>
                                          </p:stCondLst>
                                        </p:cTn>
                                        <p:tgtEl>
                                          <p:spTgt spid="676922"/>
                                        </p:tgtEl>
                                        <p:attrNameLst>
                                          <p:attrName>style.visibility</p:attrName>
                                        </p:attrNameLst>
                                      </p:cBhvr>
                                      <p:to>
                                        <p:strVal val="visible"/>
                                      </p:to>
                                    </p:set>
                                    <p:animEffect transition="in" filter="fade">
                                      <p:cBhvr>
                                        <p:cTn id="228" dur="500"/>
                                        <p:tgtEl>
                                          <p:spTgt spid="676922"/>
                                        </p:tgtEl>
                                      </p:cBhvr>
                                    </p:animEffect>
                                  </p:childTnLst>
                                </p:cTn>
                              </p:par>
                            </p:childTnLst>
                          </p:cTn>
                        </p:par>
                      </p:childTnLst>
                    </p:cTn>
                  </p:par>
                  <p:par>
                    <p:cTn id="229" fill="hold" nodeType="clickPar">
                      <p:stCondLst>
                        <p:cond delay="indefinite"/>
                      </p:stCondLst>
                      <p:childTnLst>
                        <p:par>
                          <p:cTn id="230" fill="hold" nodeType="withGroup">
                            <p:stCondLst>
                              <p:cond delay="0"/>
                            </p:stCondLst>
                            <p:childTnLst>
                              <p:par>
                                <p:cTn id="231" presetID="10" presetClass="entr" presetSubtype="0" fill="hold" grpId="0" nodeType="clickEffect">
                                  <p:stCondLst>
                                    <p:cond delay="0"/>
                                  </p:stCondLst>
                                  <p:childTnLst>
                                    <p:set>
                                      <p:cBhvr>
                                        <p:cTn id="232" dur="1" fill="hold">
                                          <p:stCondLst>
                                            <p:cond delay="0"/>
                                          </p:stCondLst>
                                        </p:cTn>
                                        <p:tgtEl>
                                          <p:spTgt spid="676923"/>
                                        </p:tgtEl>
                                        <p:attrNameLst>
                                          <p:attrName>style.visibility</p:attrName>
                                        </p:attrNameLst>
                                      </p:cBhvr>
                                      <p:to>
                                        <p:strVal val="visible"/>
                                      </p:to>
                                    </p:set>
                                    <p:animEffect transition="in" filter="fade">
                                      <p:cBhvr>
                                        <p:cTn id="233" dur="500"/>
                                        <p:tgtEl>
                                          <p:spTgt spid="6769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892" grpId="0"/>
      <p:bldP spid="676895" grpId="0"/>
      <p:bldP spid="676896" grpId="0"/>
      <p:bldP spid="676897" grpId="0"/>
      <p:bldP spid="676898" grpId="0"/>
      <p:bldP spid="676899" grpId="0"/>
      <p:bldP spid="676900" grpId="0"/>
      <p:bldP spid="676901" grpId="0"/>
      <p:bldP spid="676902" grpId="0"/>
      <p:bldP spid="676903" grpId="0"/>
      <p:bldP spid="676904" grpId="0"/>
      <p:bldP spid="676905" grpId="0"/>
      <p:bldP spid="676906" grpId="0"/>
      <p:bldP spid="676907" grpId="0"/>
      <p:bldP spid="676908" grpId="0"/>
      <p:bldP spid="676909" grpId="0"/>
      <p:bldP spid="676910" grpId="0"/>
      <p:bldP spid="676911" grpId="0"/>
      <p:bldP spid="676912" grpId="0"/>
      <p:bldP spid="676913" grpId="0"/>
      <p:bldP spid="676915" grpId="0"/>
      <p:bldP spid="676916" grpId="0"/>
      <p:bldP spid="676917" grpId="0"/>
      <p:bldP spid="676918" grpId="0"/>
      <p:bldP spid="676919" grpId="0"/>
      <p:bldP spid="676920" grpId="0"/>
      <p:bldP spid="676921" grpId="0"/>
      <p:bldP spid="676922" grpId="0"/>
      <p:bldP spid="676923" grpId="0"/>
      <p:bldP spid="81" grpId="0"/>
      <p:bldP spid="82" grpId="0" animBg="1"/>
      <p:bldP spid="85" grpId="0" animBg="1"/>
      <p:bldP spid="86" grpId="0"/>
      <p:bldP spid="87" grpId="0" animBg="1"/>
      <p:bldP spid="88" grpId="0"/>
      <p:bldP spid="89" grpId="0"/>
      <p:bldP spid="90" grpId="0" animBg="1"/>
      <p:bldP spid="99" grpId="0" animBg="1"/>
      <p:bldP spid="99" grpId="1" animBg="1"/>
      <p:bldP spid="99" grpId="2" animBg="1"/>
      <p:bldP spid="99" grpId="3" animBg="1"/>
      <p:bldP spid="99" grpId="4" animBg="1"/>
      <p:bldP spid="99" grpId="5" animBg="1"/>
      <p:bldP spid="99" grpId="6" animBg="1"/>
      <p:bldP spid="91" grpId="0"/>
      <p:bldP spid="92" grpId="0"/>
      <p:bldP spid="93" grpId="0"/>
      <p:bldP spid="94" grpId="0"/>
      <p:bldP spid="95" grpId="0"/>
      <p:bldP spid="96" grpId="0"/>
      <p:bldP spid="97" grpId="0"/>
      <p:bldP spid="9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ChangeArrowheads="1"/>
          </p:cNvSpPr>
          <p:nvPr/>
        </p:nvSpPr>
        <p:spPr bwMode="auto">
          <a:xfrm>
            <a:off x="4121038" y="1133475"/>
            <a:ext cx="7385161" cy="3895723"/>
          </a:xfrm>
          <a:prstGeom prst="rect">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40" name="Line 3"/>
          <p:cNvSpPr>
            <a:spLocks noChangeShapeType="1"/>
          </p:cNvSpPr>
          <p:nvPr/>
        </p:nvSpPr>
        <p:spPr bwMode="auto">
          <a:xfrm>
            <a:off x="4121037" y="3886200"/>
            <a:ext cx="7385161" cy="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41" name="Line 4"/>
          <p:cNvSpPr>
            <a:spLocks noChangeShapeType="1"/>
          </p:cNvSpPr>
          <p:nvPr/>
        </p:nvSpPr>
        <p:spPr bwMode="auto">
          <a:xfrm flipH="1" flipV="1">
            <a:off x="4724399" y="1133475"/>
            <a:ext cx="0" cy="3895725"/>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42" name="Line 5"/>
          <p:cNvSpPr>
            <a:spLocks noChangeShapeType="1"/>
          </p:cNvSpPr>
          <p:nvPr/>
        </p:nvSpPr>
        <p:spPr bwMode="auto">
          <a:xfrm>
            <a:off x="4121037" y="1752600"/>
            <a:ext cx="7385162" cy="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43" name="Line 6"/>
          <p:cNvSpPr>
            <a:spLocks noChangeShapeType="1"/>
          </p:cNvSpPr>
          <p:nvPr/>
        </p:nvSpPr>
        <p:spPr bwMode="auto">
          <a:xfrm flipV="1">
            <a:off x="4121037" y="2287290"/>
            <a:ext cx="7385161" cy="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44" name="Line 7"/>
          <p:cNvSpPr>
            <a:spLocks noChangeShapeType="1"/>
          </p:cNvSpPr>
          <p:nvPr/>
        </p:nvSpPr>
        <p:spPr bwMode="auto">
          <a:xfrm flipV="1">
            <a:off x="4121037" y="2820690"/>
            <a:ext cx="7385161" cy="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45" name="Line 8"/>
          <p:cNvSpPr>
            <a:spLocks noChangeShapeType="1"/>
          </p:cNvSpPr>
          <p:nvPr/>
        </p:nvSpPr>
        <p:spPr bwMode="auto">
          <a:xfrm>
            <a:off x="4121037" y="3352800"/>
            <a:ext cx="7385161" cy="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46" name="Line 9"/>
          <p:cNvSpPr>
            <a:spLocks noChangeShapeType="1"/>
          </p:cNvSpPr>
          <p:nvPr/>
        </p:nvSpPr>
        <p:spPr bwMode="auto">
          <a:xfrm>
            <a:off x="4121037" y="4419600"/>
            <a:ext cx="7385161" cy="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49" name="Line 12"/>
          <p:cNvSpPr>
            <a:spLocks noChangeShapeType="1"/>
          </p:cNvSpPr>
          <p:nvPr/>
        </p:nvSpPr>
        <p:spPr bwMode="auto">
          <a:xfrm flipH="1" flipV="1">
            <a:off x="6781799" y="1133475"/>
            <a:ext cx="0" cy="3895723"/>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50" name="Line 13"/>
          <p:cNvSpPr>
            <a:spLocks noChangeShapeType="1"/>
          </p:cNvSpPr>
          <p:nvPr/>
        </p:nvSpPr>
        <p:spPr bwMode="auto">
          <a:xfrm flipV="1">
            <a:off x="8839199" y="1133475"/>
            <a:ext cx="0" cy="3895723"/>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51" name="Line 14"/>
          <p:cNvSpPr>
            <a:spLocks noChangeShapeType="1"/>
          </p:cNvSpPr>
          <p:nvPr/>
        </p:nvSpPr>
        <p:spPr bwMode="auto">
          <a:xfrm flipH="1" flipV="1">
            <a:off x="10667999" y="1143000"/>
            <a:ext cx="0" cy="3895723"/>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5552" name="Text Box 15"/>
          <p:cNvSpPr txBox="1">
            <a:spLocks noChangeArrowheads="1"/>
          </p:cNvSpPr>
          <p:nvPr/>
        </p:nvSpPr>
        <p:spPr bwMode="auto">
          <a:xfrm>
            <a:off x="4221750" y="1773238"/>
            <a:ext cx="184150"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endParaRPr kumimoji="1" lang="en-US" sz="2400" b="1">
              <a:solidFill>
                <a:schemeClr val="bg1"/>
              </a:solidFill>
              <a:latin typeface="微软雅黑" panose="020B0503020204020204" pitchFamily="34" charset="-122"/>
              <a:ea typeface="微软雅黑" panose="020B0503020204020204" pitchFamily="34" charset="-122"/>
            </a:endParaRPr>
          </a:p>
        </p:txBody>
      </p:sp>
      <p:sp>
        <p:nvSpPr>
          <p:cNvPr id="65553" name="Text Box 16"/>
          <p:cNvSpPr txBox="1">
            <a:spLocks noChangeArrowheads="1"/>
          </p:cNvSpPr>
          <p:nvPr/>
        </p:nvSpPr>
        <p:spPr bwMode="auto">
          <a:xfrm>
            <a:off x="4274380" y="1781175"/>
            <a:ext cx="373820"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9</a:t>
            </a:r>
          </a:p>
        </p:txBody>
      </p:sp>
      <p:sp>
        <p:nvSpPr>
          <p:cNvPr id="65554" name="Text Box 17"/>
          <p:cNvSpPr txBox="1">
            <a:spLocks noChangeArrowheads="1"/>
          </p:cNvSpPr>
          <p:nvPr/>
        </p:nvSpPr>
        <p:spPr bwMode="auto">
          <a:xfrm>
            <a:off x="4161425" y="2332038"/>
            <a:ext cx="562975"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10</a:t>
            </a:r>
          </a:p>
        </p:txBody>
      </p:sp>
      <p:sp>
        <p:nvSpPr>
          <p:cNvPr id="65555" name="Text Box 18"/>
          <p:cNvSpPr txBox="1">
            <a:spLocks noChangeArrowheads="1"/>
          </p:cNvSpPr>
          <p:nvPr/>
        </p:nvSpPr>
        <p:spPr bwMode="auto">
          <a:xfrm>
            <a:off x="4145550" y="2908300"/>
            <a:ext cx="562975"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11</a:t>
            </a:r>
          </a:p>
        </p:txBody>
      </p:sp>
      <p:sp>
        <p:nvSpPr>
          <p:cNvPr id="65556" name="Text Box 19"/>
          <p:cNvSpPr txBox="1">
            <a:spLocks noChangeArrowheads="1"/>
          </p:cNvSpPr>
          <p:nvPr/>
        </p:nvSpPr>
        <p:spPr bwMode="auto">
          <a:xfrm>
            <a:off x="4145550" y="3436938"/>
            <a:ext cx="562975"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12</a:t>
            </a:r>
          </a:p>
        </p:txBody>
      </p:sp>
      <p:sp>
        <p:nvSpPr>
          <p:cNvPr id="65557" name="Text Box 20"/>
          <p:cNvSpPr txBox="1">
            <a:spLocks noChangeArrowheads="1"/>
          </p:cNvSpPr>
          <p:nvPr/>
        </p:nvSpPr>
        <p:spPr bwMode="auto">
          <a:xfrm>
            <a:off x="4145550" y="3952875"/>
            <a:ext cx="562975"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13</a:t>
            </a:r>
          </a:p>
        </p:txBody>
      </p:sp>
      <p:sp>
        <p:nvSpPr>
          <p:cNvPr id="65558" name="Text Box 21"/>
          <p:cNvSpPr txBox="1">
            <a:spLocks noChangeArrowheads="1"/>
          </p:cNvSpPr>
          <p:nvPr/>
        </p:nvSpPr>
        <p:spPr bwMode="auto">
          <a:xfrm>
            <a:off x="4145550" y="4495800"/>
            <a:ext cx="562975"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14</a:t>
            </a:r>
          </a:p>
        </p:txBody>
      </p:sp>
      <p:sp>
        <p:nvSpPr>
          <p:cNvPr id="65561" name="Text Box 24"/>
          <p:cNvSpPr txBox="1">
            <a:spLocks noChangeArrowheads="1"/>
          </p:cNvSpPr>
          <p:nvPr/>
        </p:nvSpPr>
        <p:spPr bwMode="auto">
          <a:xfrm>
            <a:off x="5135594" y="1228466"/>
            <a:ext cx="1112805"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400" b="1">
                <a:solidFill>
                  <a:schemeClr val="bg1"/>
                </a:solidFill>
                <a:latin typeface="微软雅黑" panose="020B0503020204020204" pitchFamily="34" charset="-122"/>
                <a:ea typeface="微软雅黑" panose="020B0503020204020204" pitchFamily="34" charset="-122"/>
              </a:rPr>
              <a:t>状态栈</a:t>
            </a:r>
          </a:p>
        </p:txBody>
      </p:sp>
      <p:sp>
        <p:nvSpPr>
          <p:cNvPr id="65562" name="Text Box 25"/>
          <p:cNvSpPr txBox="1">
            <a:spLocks noChangeArrowheads="1"/>
          </p:cNvSpPr>
          <p:nvPr/>
        </p:nvSpPr>
        <p:spPr bwMode="auto">
          <a:xfrm>
            <a:off x="7345394" y="1228466"/>
            <a:ext cx="1112805"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400" b="1">
                <a:solidFill>
                  <a:schemeClr val="bg1"/>
                </a:solidFill>
                <a:latin typeface="微软雅黑" panose="020B0503020204020204" pitchFamily="34" charset="-122"/>
                <a:ea typeface="微软雅黑" panose="020B0503020204020204" pitchFamily="34" charset="-122"/>
              </a:rPr>
              <a:t>符号栈</a:t>
            </a:r>
          </a:p>
        </p:txBody>
      </p:sp>
      <p:sp>
        <p:nvSpPr>
          <p:cNvPr id="65563" name="Text Box 26"/>
          <p:cNvSpPr txBox="1">
            <a:spLocks noChangeArrowheads="1"/>
          </p:cNvSpPr>
          <p:nvPr/>
        </p:nvSpPr>
        <p:spPr bwMode="auto">
          <a:xfrm>
            <a:off x="9296399" y="1228466"/>
            <a:ext cx="1112805"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zh-CN" altLang="en-US" sz="2400" b="1">
                <a:solidFill>
                  <a:schemeClr val="bg1"/>
                </a:solidFill>
                <a:latin typeface="微软雅黑" panose="020B0503020204020204" pitchFamily="34" charset="-122"/>
                <a:ea typeface="微软雅黑" panose="020B0503020204020204" pitchFamily="34" charset="-122"/>
              </a:rPr>
              <a:t>输入串</a:t>
            </a:r>
          </a:p>
        </p:txBody>
      </p:sp>
      <p:sp>
        <p:nvSpPr>
          <p:cNvPr id="65564" name="Text Box 27"/>
          <p:cNvSpPr txBox="1">
            <a:spLocks noChangeArrowheads="1"/>
          </p:cNvSpPr>
          <p:nvPr/>
        </p:nvSpPr>
        <p:spPr bwMode="auto">
          <a:xfrm>
            <a:off x="10667999" y="1230698"/>
            <a:ext cx="838201"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ctr" eaLnBrk="1" hangingPunct="1"/>
            <a:r>
              <a:rPr kumimoji="1" lang="zh-CN" altLang="en-US" sz="2400" b="1">
                <a:solidFill>
                  <a:schemeClr val="bg1"/>
                </a:solidFill>
                <a:latin typeface="微软雅黑" panose="020B0503020204020204" pitchFamily="34" charset="-122"/>
                <a:ea typeface="微软雅黑" panose="020B0503020204020204" pitchFamily="34" charset="-122"/>
              </a:rPr>
              <a:t>动作</a:t>
            </a:r>
          </a:p>
        </p:txBody>
      </p:sp>
      <p:sp>
        <p:nvSpPr>
          <p:cNvPr id="676892" name="Text Box 28"/>
          <p:cNvSpPr txBox="1">
            <a:spLocks noChangeArrowheads="1"/>
          </p:cNvSpPr>
          <p:nvPr/>
        </p:nvSpPr>
        <p:spPr bwMode="auto">
          <a:xfrm>
            <a:off x="6934200" y="1808163"/>
            <a:ext cx="1082198"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400" b="1">
                <a:solidFill>
                  <a:schemeClr val="bg1"/>
                </a:solidFill>
                <a:latin typeface="微软雅黑" panose="020B0503020204020204" pitchFamily="34" charset="-122"/>
                <a:ea typeface="微软雅黑" panose="020B0503020204020204" pitchFamily="34" charset="-122"/>
              </a:rPr>
              <a:t>＃ </a:t>
            </a:r>
            <a:r>
              <a:rPr kumimoji="1" lang="en-US" altLang="zh-CN" sz="2400" b="1">
                <a:solidFill>
                  <a:schemeClr val="bg1"/>
                </a:solidFill>
                <a:latin typeface="微软雅黑" panose="020B0503020204020204" pitchFamily="34" charset="-122"/>
                <a:ea typeface="微软雅黑" panose="020B0503020204020204" pitchFamily="34" charset="-122"/>
              </a:rPr>
              <a:t>E +</a:t>
            </a:r>
          </a:p>
        </p:txBody>
      </p:sp>
      <p:sp>
        <p:nvSpPr>
          <p:cNvPr id="676893" name="Text Box 29"/>
          <p:cNvSpPr txBox="1">
            <a:spLocks noChangeArrowheads="1"/>
          </p:cNvSpPr>
          <p:nvPr/>
        </p:nvSpPr>
        <p:spPr bwMode="auto">
          <a:xfrm>
            <a:off x="9752348" y="1828801"/>
            <a:ext cx="917239"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en-US" altLang="zh-CN" sz="2400" b="1">
                <a:solidFill>
                  <a:schemeClr val="bg1"/>
                </a:solidFill>
                <a:latin typeface="微软雅黑" panose="020B0503020204020204" pitchFamily="34" charset="-122"/>
                <a:ea typeface="微软雅黑" panose="020B0503020204020204" pitchFamily="34" charset="-122"/>
              </a:rPr>
              <a:t>* i </a:t>
            </a:r>
            <a:r>
              <a:rPr kumimoji="1" lang="zh-CN" altLang="en-US" sz="2400" b="1">
                <a:solidFill>
                  <a:schemeClr val="bg1"/>
                </a:solidFill>
                <a:latin typeface="微软雅黑" panose="020B0503020204020204" pitchFamily="34" charset="-122"/>
                <a:ea typeface="微软雅黑" panose="020B0503020204020204" pitchFamily="34" charset="-122"/>
              </a:rPr>
              <a:t>＃</a:t>
            </a:r>
          </a:p>
        </p:txBody>
      </p:sp>
      <p:sp>
        <p:nvSpPr>
          <p:cNvPr id="676894" name="Text Box 30"/>
          <p:cNvSpPr txBox="1">
            <a:spLocks noChangeArrowheads="1"/>
          </p:cNvSpPr>
          <p:nvPr/>
        </p:nvSpPr>
        <p:spPr bwMode="auto">
          <a:xfrm>
            <a:off x="10803330" y="1793875"/>
            <a:ext cx="526106"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ctr" eaLnBrk="1" hangingPunct="1"/>
            <a:r>
              <a:rPr kumimoji="1" lang="en-US" altLang="zh-CN" sz="2400" b="1">
                <a:solidFill>
                  <a:schemeClr val="bg1"/>
                </a:solidFill>
                <a:latin typeface="微软雅黑" panose="020B0503020204020204" pitchFamily="34" charset="-122"/>
                <a:ea typeface="微软雅黑" panose="020B0503020204020204" pitchFamily="34" charset="-122"/>
              </a:rPr>
              <a:t>s7</a:t>
            </a:r>
          </a:p>
        </p:txBody>
      </p:sp>
      <p:sp>
        <p:nvSpPr>
          <p:cNvPr id="676895" name="Text Box 31"/>
          <p:cNvSpPr txBox="1">
            <a:spLocks noChangeArrowheads="1"/>
          </p:cNvSpPr>
          <p:nvPr/>
        </p:nvSpPr>
        <p:spPr bwMode="auto">
          <a:xfrm>
            <a:off x="6934199" y="2895600"/>
            <a:ext cx="1885369"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400" b="1">
                <a:solidFill>
                  <a:schemeClr val="bg1"/>
                </a:solidFill>
                <a:latin typeface="微软雅黑" panose="020B0503020204020204" pitchFamily="34" charset="-122"/>
                <a:ea typeface="微软雅黑" panose="020B0503020204020204" pitchFamily="34" charset="-122"/>
              </a:rPr>
              <a:t>＃ </a:t>
            </a:r>
            <a:r>
              <a:rPr kumimoji="1" lang="en-US" altLang="zh-CN" sz="2400" b="1">
                <a:solidFill>
                  <a:schemeClr val="bg1"/>
                </a:solidFill>
                <a:latin typeface="微软雅黑" panose="020B0503020204020204" pitchFamily="34" charset="-122"/>
                <a:ea typeface="微软雅黑" panose="020B0503020204020204" pitchFamily="34" charset="-122"/>
              </a:rPr>
              <a:t>E + T * i</a:t>
            </a:r>
          </a:p>
        </p:txBody>
      </p:sp>
      <p:sp>
        <p:nvSpPr>
          <p:cNvPr id="676896" name="Text Box 32"/>
          <p:cNvSpPr txBox="1">
            <a:spLocks noChangeArrowheads="1"/>
          </p:cNvSpPr>
          <p:nvPr/>
        </p:nvSpPr>
        <p:spPr bwMode="auto">
          <a:xfrm>
            <a:off x="8986837" y="2819400"/>
            <a:ext cx="1682750"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zh-CN" altLang="en-US" sz="2400" b="1">
                <a:solidFill>
                  <a:schemeClr val="bg1"/>
                </a:solidFill>
                <a:latin typeface="微软雅黑" panose="020B0503020204020204" pitchFamily="34" charset="-122"/>
                <a:ea typeface="微软雅黑" panose="020B0503020204020204" pitchFamily="34" charset="-122"/>
              </a:rPr>
              <a:t>＃</a:t>
            </a:r>
          </a:p>
        </p:txBody>
      </p:sp>
      <p:sp>
        <p:nvSpPr>
          <p:cNvPr id="676897" name="Text Box 33"/>
          <p:cNvSpPr txBox="1">
            <a:spLocks noChangeArrowheads="1"/>
          </p:cNvSpPr>
          <p:nvPr/>
        </p:nvSpPr>
        <p:spPr bwMode="auto">
          <a:xfrm>
            <a:off x="10702774" y="2306638"/>
            <a:ext cx="727218"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ctr" eaLnBrk="1" hangingPunct="1"/>
            <a:r>
              <a:rPr kumimoji="1" lang="en-US" altLang="zh-CN" sz="2400" b="1">
                <a:solidFill>
                  <a:schemeClr val="bg1"/>
                </a:solidFill>
                <a:latin typeface="微软雅黑" panose="020B0503020204020204" pitchFamily="34" charset="-122"/>
                <a:ea typeface="微软雅黑" panose="020B0503020204020204" pitchFamily="34" charset="-122"/>
              </a:rPr>
              <a:t>s5</a:t>
            </a:r>
          </a:p>
        </p:txBody>
      </p:sp>
      <p:sp>
        <p:nvSpPr>
          <p:cNvPr id="676898" name="Text Box 34"/>
          <p:cNvSpPr txBox="1">
            <a:spLocks noChangeArrowheads="1"/>
          </p:cNvSpPr>
          <p:nvPr/>
        </p:nvSpPr>
        <p:spPr bwMode="auto">
          <a:xfrm>
            <a:off x="4800599" y="1793875"/>
            <a:ext cx="934871"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0 1 6</a:t>
            </a:r>
          </a:p>
        </p:txBody>
      </p:sp>
      <p:sp>
        <p:nvSpPr>
          <p:cNvPr id="676899" name="Text Box 35"/>
          <p:cNvSpPr txBox="1">
            <a:spLocks noChangeArrowheads="1"/>
          </p:cNvSpPr>
          <p:nvPr/>
        </p:nvSpPr>
        <p:spPr bwMode="auto">
          <a:xfrm>
            <a:off x="4800599" y="2327275"/>
            <a:ext cx="1495922"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0 1 6 9 7</a:t>
            </a:r>
          </a:p>
        </p:txBody>
      </p:sp>
      <p:sp>
        <p:nvSpPr>
          <p:cNvPr id="676900" name="Text Box 36"/>
          <p:cNvSpPr txBox="1">
            <a:spLocks noChangeArrowheads="1"/>
          </p:cNvSpPr>
          <p:nvPr/>
        </p:nvSpPr>
        <p:spPr bwMode="auto">
          <a:xfrm>
            <a:off x="4816474" y="2895600"/>
            <a:ext cx="1776448"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0 1 6 9 7 5</a:t>
            </a:r>
          </a:p>
        </p:txBody>
      </p:sp>
      <p:sp>
        <p:nvSpPr>
          <p:cNvPr id="676901" name="Text Box 37"/>
          <p:cNvSpPr txBox="1">
            <a:spLocks noChangeArrowheads="1"/>
          </p:cNvSpPr>
          <p:nvPr/>
        </p:nvSpPr>
        <p:spPr bwMode="auto">
          <a:xfrm>
            <a:off x="6934199" y="2362200"/>
            <a:ext cx="1748954"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400" b="1">
                <a:solidFill>
                  <a:schemeClr val="bg1"/>
                </a:solidFill>
                <a:latin typeface="微软雅黑" panose="020B0503020204020204" pitchFamily="34" charset="-122"/>
                <a:ea typeface="微软雅黑" panose="020B0503020204020204" pitchFamily="34" charset="-122"/>
              </a:rPr>
              <a:t>＃ </a:t>
            </a:r>
            <a:r>
              <a:rPr kumimoji="1" lang="en-US" altLang="zh-CN" sz="2400" b="1">
                <a:solidFill>
                  <a:schemeClr val="bg1"/>
                </a:solidFill>
                <a:latin typeface="微软雅黑" panose="020B0503020204020204" pitchFamily="34" charset="-122"/>
                <a:ea typeface="微软雅黑" panose="020B0503020204020204" pitchFamily="34" charset="-122"/>
              </a:rPr>
              <a:t>E + T *</a:t>
            </a:r>
          </a:p>
        </p:txBody>
      </p:sp>
      <p:sp>
        <p:nvSpPr>
          <p:cNvPr id="676902" name="Text Box 38"/>
          <p:cNvSpPr txBox="1">
            <a:spLocks noChangeArrowheads="1"/>
          </p:cNvSpPr>
          <p:nvPr/>
        </p:nvSpPr>
        <p:spPr bwMode="auto">
          <a:xfrm>
            <a:off x="9020023" y="2362200"/>
            <a:ext cx="1649564"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en-US" altLang="zh-CN" sz="2400" b="1">
                <a:solidFill>
                  <a:schemeClr val="bg1"/>
                </a:solidFill>
                <a:latin typeface="微软雅黑" panose="020B0503020204020204" pitchFamily="34" charset="-122"/>
                <a:ea typeface="微软雅黑" panose="020B0503020204020204" pitchFamily="34" charset="-122"/>
              </a:rPr>
              <a:t>  i </a:t>
            </a:r>
            <a:r>
              <a:rPr kumimoji="1" lang="zh-CN" altLang="en-US" sz="2400" b="1">
                <a:solidFill>
                  <a:schemeClr val="bg1"/>
                </a:solidFill>
                <a:latin typeface="微软雅黑" panose="020B0503020204020204" pitchFamily="34" charset="-122"/>
                <a:ea typeface="微软雅黑" panose="020B0503020204020204" pitchFamily="34" charset="-122"/>
              </a:rPr>
              <a:t>＃</a:t>
            </a:r>
          </a:p>
        </p:txBody>
      </p:sp>
      <p:sp>
        <p:nvSpPr>
          <p:cNvPr id="676903" name="Text Box 39"/>
          <p:cNvSpPr txBox="1">
            <a:spLocks noChangeArrowheads="1"/>
          </p:cNvSpPr>
          <p:nvPr/>
        </p:nvSpPr>
        <p:spPr bwMode="auto">
          <a:xfrm>
            <a:off x="10814551" y="2840038"/>
            <a:ext cx="503664"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ctr" eaLnBrk="1" hangingPunct="1"/>
            <a:r>
              <a:rPr kumimoji="1" lang="en-US" altLang="zh-CN" sz="2400" b="1">
                <a:solidFill>
                  <a:schemeClr val="bg1"/>
                </a:solidFill>
                <a:latin typeface="微软雅黑" panose="020B0503020204020204" pitchFamily="34" charset="-122"/>
                <a:ea typeface="微软雅黑" panose="020B0503020204020204" pitchFamily="34" charset="-122"/>
              </a:rPr>
              <a:t>r6</a:t>
            </a:r>
          </a:p>
        </p:txBody>
      </p:sp>
      <p:sp>
        <p:nvSpPr>
          <p:cNvPr id="676904" name="Text Box 40"/>
          <p:cNvSpPr txBox="1">
            <a:spLocks noChangeArrowheads="1"/>
          </p:cNvSpPr>
          <p:nvPr/>
        </p:nvSpPr>
        <p:spPr bwMode="auto">
          <a:xfrm>
            <a:off x="4816474" y="3429000"/>
            <a:ext cx="1495922"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0 1 6 9 7</a:t>
            </a:r>
          </a:p>
        </p:txBody>
      </p:sp>
      <p:sp>
        <p:nvSpPr>
          <p:cNvPr id="676905" name="Text Box 41"/>
          <p:cNvSpPr txBox="1">
            <a:spLocks noChangeArrowheads="1"/>
          </p:cNvSpPr>
          <p:nvPr/>
        </p:nvSpPr>
        <p:spPr bwMode="auto">
          <a:xfrm>
            <a:off x="6934199" y="3429000"/>
            <a:ext cx="1660525"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400" b="1">
                <a:solidFill>
                  <a:schemeClr val="bg1"/>
                </a:solidFill>
                <a:latin typeface="微软雅黑" panose="020B0503020204020204" pitchFamily="34" charset="-122"/>
                <a:ea typeface="微软雅黑" panose="020B0503020204020204" pitchFamily="34" charset="-122"/>
              </a:rPr>
              <a:t>＃ </a:t>
            </a:r>
            <a:r>
              <a:rPr kumimoji="1" lang="en-US" altLang="zh-CN" sz="2400" b="1">
                <a:solidFill>
                  <a:schemeClr val="bg1"/>
                </a:solidFill>
                <a:latin typeface="微软雅黑" panose="020B0503020204020204" pitchFamily="34" charset="-122"/>
                <a:ea typeface="微软雅黑" panose="020B0503020204020204" pitchFamily="34" charset="-122"/>
              </a:rPr>
              <a:t>E + T *</a:t>
            </a:r>
          </a:p>
        </p:txBody>
      </p:sp>
      <p:sp>
        <p:nvSpPr>
          <p:cNvPr id="676906" name="Text Box 42"/>
          <p:cNvSpPr txBox="1">
            <a:spLocks noChangeArrowheads="1"/>
          </p:cNvSpPr>
          <p:nvPr/>
        </p:nvSpPr>
        <p:spPr bwMode="auto">
          <a:xfrm>
            <a:off x="8694736" y="3429000"/>
            <a:ext cx="1973263"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zh-CN" altLang="en-US" sz="2400" b="1">
                <a:solidFill>
                  <a:schemeClr val="bg1"/>
                </a:solidFill>
                <a:latin typeface="微软雅黑" panose="020B0503020204020204" pitchFamily="34" charset="-122"/>
                <a:ea typeface="微软雅黑" panose="020B0503020204020204" pitchFamily="34" charset="-122"/>
              </a:rPr>
              <a:t>＃</a:t>
            </a:r>
          </a:p>
        </p:txBody>
      </p:sp>
      <p:sp>
        <p:nvSpPr>
          <p:cNvPr id="676907" name="Text Box 43"/>
          <p:cNvSpPr txBox="1">
            <a:spLocks noChangeArrowheads="1"/>
          </p:cNvSpPr>
          <p:nvPr/>
        </p:nvSpPr>
        <p:spPr bwMode="auto">
          <a:xfrm>
            <a:off x="10814551" y="3449638"/>
            <a:ext cx="503664"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ctr" eaLnBrk="1" hangingPunct="1"/>
            <a:r>
              <a:rPr kumimoji="1" lang="en-US" altLang="zh-CN" sz="2400" b="1">
                <a:solidFill>
                  <a:schemeClr val="bg1"/>
                </a:solidFill>
                <a:latin typeface="微软雅黑" panose="020B0503020204020204" pitchFamily="34" charset="-122"/>
                <a:ea typeface="微软雅黑" panose="020B0503020204020204" pitchFamily="34" charset="-122"/>
              </a:rPr>
              <a:t>r3</a:t>
            </a:r>
          </a:p>
        </p:txBody>
      </p:sp>
      <p:sp>
        <p:nvSpPr>
          <p:cNvPr id="676908" name="Text Box 44"/>
          <p:cNvSpPr txBox="1">
            <a:spLocks noChangeArrowheads="1"/>
          </p:cNvSpPr>
          <p:nvPr/>
        </p:nvSpPr>
        <p:spPr bwMode="auto">
          <a:xfrm>
            <a:off x="4816474" y="3952875"/>
            <a:ext cx="934871"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0 1 6</a:t>
            </a:r>
          </a:p>
        </p:txBody>
      </p:sp>
      <p:sp>
        <p:nvSpPr>
          <p:cNvPr id="676909" name="Text Box 45"/>
          <p:cNvSpPr txBox="1">
            <a:spLocks noChangeArrowheads="1"/>
          </p:cNvSpPr>
          <p:nvPr/>
        </p:nvSpPr>
        <p:spPr bwMode="auto">
          <a:xfrm>
            <a:off x="6934199" y="3994150"/>
            <a:ext cx="1082199"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400" b="1">
                <a:solidFill>
                  <a:schemeClr val="bg1"/>
                </a:solidFill>
                <a:latin typeface="微软雅黑" panose="020B0503020204020204" pitchFamily="34" charset="-122"/>
                <a:ea typeface="微软雅黑" panose="020B0503020204020204" pitchFamily="34" charset="-122"/>
              </a:rPr>
              <a:t>＃ </a:t>
            </a:r>
            <a:r>
              <a:rPr kumimoji="1" lang="en-US" altLang="zh-CN" sz="2400" b="1">
                <a:solidFill>
                  <a:schemeClr val="bg1"/>
                </a:solidFill>
                <a:latin typeface="微软雅黑" panose="020B0503020204020204" pitchFamily="34" charset="-122"/>
                <a:ea typeface="微软雅黑" panose="020B0503020204020204" pitchFamily="34" charset="-122"/>
              </a:rPr>
              <a:t>E +</a:t>
            </a:r>
          </a:p>
        </p:txBody>
      </p:sp>
      <p:sp>
        <p:nvSpPr>
          <p:cNvPr id="676910" name="Text Box 46"/>
          <p:cNvSpPr txBox="1">
            <a:spLocks noChangeArrowheads="1"/>
          </p:cNvSpPr>
          <p:nvPr/>
        </p:nvSpPr>
        <p:spPr bwMode="auto">
          <a:xfrm>
            <a:off x="8834437" y="3962400"/>
            <a:ext cx="1835150"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zh-CN" altLang="en-US" sz="2400" b="1">
                <a:solidFill>
                  <a:schemeClr val="bg1"/>
                </a:solidFill>
                <a:latin typeface="微软雅黑" panose="020B0503020204020204" pitchFamily="34" charset="-122"/>
                <a:ea typeface="微软雅黑" panose="020B0503020204020204" pitchFamily="34" charset="-122"/>
              </a:rPr>
              <a:t>＃</a:t>
            </a:r>
          </a:p>
        </p:txBody>
      </p:sp>
      <p:sp>
        <p:nvSpPr>
          <p:cNvPr id="676911" name="Text Box 47"/>
          <p:cNvSpPr txBox="1">
            <a:spLocks noChangeArrowheads="1"/>
          </p:cNvSpPr>
          <p:nvPr/>
        </p:nvSpPr>
        <p:spPr bwMode="auto">
          <a:xfrm>
            <a:off x="10803330" y="3983038"/>
            <a:ext cx="526106"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ctr" eaLnBrk="1" hangingPunct="1"/>
            <a:r>
              <a:rPr kumimoji="1" lang="en-US" altLang="zh-CN" sz="2400" b="1">
                <a:solidFill>
                  <a:schemeClr val="bg1"/>
                </a:solidFill>
                <a:latin typeface="微软雅黑" panose="020B0503020204020204" pitchFamily="34" charset="-122"/>
                <a:ea typeface="微软雅黑" panose="020B0503020204020204" pitchFamily="34" charset="-122"/>
              </a:rPr>
              <a:t>r1</a:t>
            </a:r>
          </a:p>
        </p:txBody>
      </p:sp>
      <p:sp>
        <p:nvSpPr>
          <p:cNvPr id="676912" name="Text Box 48"/>
          <p:cNvSpPr txBox="1">
            <a:spLocks noChangeArrowheads="1"/>
          </p:cNvSpPr>
          <p:nvPr/>
        </p:nvSpPr>
        <p:spPr bwMode="auto">
          <a:xfrm>
            <a:off x="4816474" y="4500265"/>
            <a:ext cx="373820"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0</a:t>
            </a:r>
          </a:p>
        </p:txBody>
      </p:sp>
      <p:sp>
        <p:nvSpPr>
          <p:cNvPr id="676913" name="Text Box 49"/>
          <p:cNvSpPr txBox="1">
            <a:spLocks noChangeArrowheads="1"/>
          </p:cNvSpPr>
          <p:nvPr/>
        </p:nvSpPr>
        <p:spPr bwMode="auto">
          <a:xfrm>
            <a:off x="6934199" y="4509790"/>
            <a:ext cx="425927"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400" b="1">
                <a:solidFill>
                  <a:schemeClr val="bg1"/>
                </a:solidFill>
                <a:latin typeface="微软雅黑" panose="020B0503020204020204" pitchFamily="34" charset="-122"/>
                <a:ea typeface="微软雅黑" panose="020B0503020204020204" pitchFamily="34" charset="-122"/>
              </a:rPr>
              <a:t>＃</a:t>
            </a:r>
            <a:endParaRPr kumimoji="1" lang="en-US" altLang="zh-CN" sz="2400" b="1">
              <a:solidFill>
                <a:schemeClr val="bg1"/>
              </a:solidFill>
              <a:latin typeface="微软雅黑" panose="020B0503020204020204" pitchFamily="34" charset="-122"/>
              <a:ea typeface="微软雅黑" panose="020B0503020204020204" pitchFamily="34" charset="-122"/>
            </a:endParaRPr>
          </a:p>
        </p:txBody>
      </p:sp>
      <p:sp>
        <p:nvSpPr>
          <p:cNvPr id="676914" name="Text Box 50"/>
          <p:cNvSpPr txBox="1">
            <a:spLocks noChangeArrowheads="1"/>
          </p:cNvSpPr>
          <p:nvPr/>
        </p:nvSpPr>
        <p:spPr bwMode="auto">
          <a:xfrm>
            <a:off x="9063037" y="4495800"/>
            <a:ext cx="1606550"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zh-CN" altLang="en-US" sz="2400" b="1">
                <a:solidFill>
                  <a:schemeClr val="bg1"/>
                </a:solidFill>
                <a:latin typeface="微软雅黑" panose="020B0503020204020204" pitchFamily="34" charset="-122"/>
                <a:ea typeface="微软雅黑" panose="020B0503020204020204" pitchFamily="34" charset="-122"/>
              </a:rPr>
              <a:t>＃</a:t>
            </a:r>
          </a:p>
        </p:txBody>
      </p:sp>
      <p:sp>
        <p:nvSpPr>
          <p:cNvPr id="676915" name="Text Box 51"/>
          <p:cNvSpPr txBox="1">
            <a:spLocks noChangeArrowheads="1"/>
          </p:cNvSpPr>
          <p:nvPr/>
        </p:nvSpPr>
        <p:spPr bwMode="auto">
          <a:xfrm>
            <a:off x="10746261" y="4491335"/>
            <a:ext cx="683739"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rgbClr val="EE853E"/>
                </a:solidFill>
                <a:latin typeface="微软雅黑" panose="020B0503020204020204" pitchFamily="34" charset="-122"/>
                <a:ea typeface="微软雅黑" panose="020B0503020204020204" pitchFamily="34" charset="-122"/>
              </a:rPr>
              <a:t>acc</a:t>
            </a:r>
          </a:p>
        </p:txBody>
      </p:sp>
      <p:sp>
        <p:nvSpPr>
          <p:cNvPr id="4" name="标题 3">
            <a:extLst>
              <a:ext uri="{FF2B5EF4-FFF2-40B4-BE49-F238E27FC236}">
                <a16:creationId xmlns:a16="http://schemas.microsoft.com/office/drawing/2014/main" id="{D6A46FB4-AAD5-4388-BD75-64CCD4FFA1A5}"/>
              </a:ext>
            </a:extLst>
          </p:cNvPr>
          <p:cNvSpPr>
            <a:spLocks noGrp="1"/>
          </p:cNvSpPr>
          <p:nvPr>
            <p:ph type="title"/>
          </p:nvPr>
        </p:nvSpPr>
        <p:spPr/>
        <p:txBody>
          <a:bodyPr/>
          <a:lstStyle/>
          <a:p>
            <a:r>
              <a:rPr lang="zh-CN" altLang="en-US"/>
              <a:t>输入串 </a:t>
            </a:r>
            <a:r>
              <a:rPr lang="en-US" altLang="zh-CN"/>
              <a:t>i + i * i </a:t>
            </a:r>
            <a:r>
              <a:rPr lang="zh-CN" altLang="en-US"/>
              <a:t>的分析过程</a:t>
            </a:r>
          </a:p>
        </p:txBody>
      </p:sp>
      <p:sp>
        <p:nvSpPr>
          <p:cNvPr id="66" name="Text Box 2">
            <a:extLst>
              <a:ext uri="{FF2B5EF4-FFF2-40B4-BE49-F238E27FC236}">
                <a16:creationId xmlns:a16="http://schemas.microsoft.com/office/drawing/2014/main" id="{CA35C0BB-D580-4C5B-BCB5-E2BDD7F25BD9}"/>
              </a:ext>
            </a:extLst>
          </p:cNvPr>
          <p:cNvSpPr txBox="1">
            <a:spLocks noChangeArrowheads="1"/>
          </p:cNvSpPr>
          <p:nvPr/>
        </p:nvSpPr>
        <p:spPr bwMode="auto">
          <a:xfrm>
            <a:off x="1477374" y="990600"/>
            <a:ext cx="360996"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E</a:t>
            </a:r>
          </a:p>
        </p:txBody>
      </p:sp>
      <p:sp>
        <p:nvSpPr>
          <p:cNvPr id="67" name="Line 3">
            <a:extLst>
              <a:ext uri="{FF2B5EF4-FFF2-40B4-BE49-F238E27FC236}">
                <a16:creationId xmlns:a16="http://schemas.microsoft.com/office/drawing/2014/main" id="{A8D5DAAE-C63F-47BF-915C-EDEC1C46B89C}"/>
              </a:ext>
            </a:extLst>
          </p:cNvPr>
          <p:cNvSpPr>
            <a:spLocks noChangeShapeType="1"/>
          </p:cNvSpPr>
          <p:nvPr/>
        </p:nvSpPr>
        <p:spPr bwMode="auto">
          <a:xfrm flipH="1">
            <a:off x="783637" y="1457325"/>
            <a:ext cx="685800" cy="38100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8" name="Line 4">
            <a:extLst>
              <a:ext uri="{FF2B5EF4-FFF2-40B4-BE49-F238E27FC236}">
                <a16:creationId xmlns:a16="http://schemas.microsoft.com/office/drawing/2014/main" id="{391D3A6D-7C65-48CE-B083-E39359BAB48E}"/>
              </a:ext>
            </a:extLst>
          </p:cNvPr>
          <p:cNvSpPr>
            <a:spLocks noChangeShapeType="1"/>
          </p:cNvSpPr>
          <p:nvPr/>
        </p:nvSpPr>
        <p:spPr bwMode="auto">
          <a:xfrm>
            <a:off x="1821862" y="1457325"/>
            <a:ext cx="597693" cy="398462"/>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69" name="Line 5">
            <a:extLst>
              <a:ext uri="{FF2B5EF4-FFF2-40B4-BE49-F238E27FC236}">
                <a16:creationId xmlns:a16="http://schemas.microsoft.com/office/drawing/2014/main" id="{988A0A79-8815-4B22-9561-44569D2BD3DB}"/>
              </a:ext>
            </a:extLst>
          </p:cNvPr>
          <p:cNvSpPr>
            <a:spLocks noChangeShapeType="1"/>
          </p:cNvSpPr>
          <p:nvPr/>
        </p:nvSpPr>
        <p:spPr bwMode="auto">
          <a:xfrm>
            <a:off x="1669462" y="1457325"/>
            <a:ext cx="0" cy="45720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70" name="Text Box 6">
            <a:extLst>
              <a:ext uri="{FF2B5EF4-FFF2-40B4-BE49-F238E27FC236}">
                <a16:creationId xmlns:a16="http://schemas.microsoft.com/office/drawing/2014/main" id="{FA40F504-8FB2-4E3B-8FC1-3AE5D72C423A}"/>
              </a:ext>
            </a:extLst>
          </p:cNvPr>
          <p:cNvSpPr txBox="1">
            <a:spLocks noChangeArrowheads="1"/>
          </p:cNvSpPr>
          <p:nvPr/>
        </p:nvSpPr>
        <p:spPr bwMode="auto">
          <a:xfrm>
            <a:off x="512702" y="1782763"/>
            <a:ext cx="360996"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E</a:t>
            </a:r>
          </a:p>
        </p:txBody>
      </p:sp>
      <p:sp>
        <p:nvSpPr>
          <p:cNvPr id="71" name="Text Box 7">
            <a:extLst>
              <a:ext uri="{FF2B5EF4-FFF2-40B4-BE49-F238E27FC236}">
                <a16:creationId xmlns:a16="http://schemas.microsoft.com/office/drawing/2014/main" id="{67871FD3-C983-4B93-ABC6-DF44685C22B7}"/>
              </a:ext>
            </a:extLst>
          </p:cNvPr>
          <p:cNvSpPr txBox="1">
            <a:spLocks noChangeArrowheads="1"/>
          </p:cNvSpPr>
          <p:nvPr/>
        </p:nvSpPr>
        <p:spPr bwMode="auto">
          <a:xfrm>
            <a:off x="2406061" y="1787525"/>
            <a:ext cx="389850"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T</a:t>
            </a:r>
          </a:p>
        </p:txBody>
      </p:sp>
      <p:sp>
        <p:nvSpPr>
          <p:cNvPr id="72" name="Text Box 8">
            <a:extLst>
              <a:ext uri="{FF2B5EF4-FFF2-40B4-BE49-F238E27FC236}">
                <a16:creationId xmlns:a16="http://schemas.microsoft.com/office/drawing/2014/main" id="{2D4A83A7-7F9C-4A88-B6C9-5C807C06D5CD}"/>
              </a:ext>
            </a:extLst>
          </p:cNvPr>
          <p:cNvSpPr txBox="1">
            <a:spLocks noChangeArrowheads="1"/>
          </p:cNvSpPr>
          <p:nvPr/>
        </p:nvSpPr>
        <p:spPr bwMode="auto">
          <a:xfrm>
            <a:off x="1495897" y="1794935"/>
            <a:ext cx="418704"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a:t>
            </a:r>
          </a:p>
        </p:txBody>
      </p:sp>
      <p:sp>
        <p:nvSpPr>
          <p:cNvPr id="73" name="Line 9">
            <a:extLst>
              <a:ext uri="{FF2B5EF4-FFF2-40B4-BE49-F238E27FC236}">
                <a16:creationId xmlns:a16="http://schemas.microsoft.com/office/drawing/2014/main" id="{E52BCE2D-7C15-4A82-981A-66C5F4EEB67B}"/>
              </a:ext>
            </a:extLst>
          </p:cNvPr>
          <p:cNvSpPr>
            <a:spLocks noChangeShapeType="1"/>
          </p:cNvSpPr>
          <p:nvPr/>
        </p:nvSpPr>
        <p:spPr bwMode="auto">
          <a:xfrm flipH="1">
            <a:off x="1686925" y="2184399"/>
            <a:ext cx="728662" cy="417513"/>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74" name="Line 10">
            <a:extLst>
              <a:ext uri="{FF2B5EF4-FFF2-40B4-BE49-F238E27FC236}">
                <a16:creationId xmlns:a16="http://schemas.microsoft.com/office/drawing/2014/main" id="{C14BF398-26F9-47F1-A64E-150F2791BA14}"/>
              </a:ext>
            </a:extLst>
          </p:cNvPr>
          <p:cNvSpPr>
            <a:spLocks noChangeShapeType="1"/>
          </p:cNvSpPr>
          <p:nvPr/>
        </p:nvSpPr>
        <p:spPr bwMode="auto">
          <a:xfrm>
            <a:off x="2872786" y="2184399"/>
            <a:ext cx="657225" cy="436563"/>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75" name="Line 11">
            <a:extLst>
              <a:ext uri="{FF2B5EF4-FFF2-40B4-BE49-F238E27FC236}">
                <a16:creationId xmlns:a16="http://schemas.microsoft.com/office/drawing/2014/main" id="{2041D6EA-64C2-42C3-A743-E8591027C91A}"/>
              </a:ext>
            </a:extLst>
          </p:cNvPr>
          <p:cNvSpPr>
            <a:spLocks noChangeShapeType="1"/>
          </p:cNvSpPr>
          <p:nvPr/>
        </p:nvSpPr>
        <p:spPr bwMode="auto">
          <a:xfrm>
            <a:off x="2615612" y="2260600"/>
            <a:ext cx="0" cy="45720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76" name="Text Box 12">
            <a:extLst>
              <a:ext uri="{FF2B5EF4-FFF2-40B4-BE49-F238E27FC236}">
                <a16:creationId xmlns:a16="http://schemas.microsoft.com/office/drawing/2014/main" id="{2FEDBD47-5933-4929-ACD2-71ABBEAFB5CD}"/>
              </a:ext>
            </a:extLst>
          </p:cNvPr>
          <p:cNvSpPr txBox="1">
            <a:spLocks noChangeArrowheads="1"/>
          </p:cNvSpPr>
          <p:nvPr/>
        </p:nvSpPr>
        <p:spPr bwMode="auto">
          <a:xfrm>
            <a:off x="3377612" y="2667000"/>
            <a:ext cx="356188"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F</a:t>
            </a:r>
          </a:p>
        </p:txBody>
      </p:sp>
      <p:sp>
        <p:nvSpPr>
          <p:cNvPr id="77" name="Text Box 13">
            <a:extLst>
              <a:ext uri="{FF2B5EF4-FFF2-40B4-BE49-F238E27FC236}">
                <a16:creationId xmlns:a16="http://schemas.microsoft.com/office/drawing/2014/main" id="{1E788922-CA32-4084-99C7-3840C008946C}"/>
              </a:ext>
            </a:extLst>
          </p:cNvPr>
          <p:cNvSpPr txBox="1">
            <a:spLocks noChangeArrowheads="1"/>
          </p:cNvSpPr>
          <p:nvPr/>
        </p:nvSpPr>
        <p:spPr bwMode="auto">
          <a:xfrm>
            <a:off x="1469437" y="2684463"/>
            <a:ext cx="389850"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T</a:t>
            </a:r>
          </a:p>
        </p:txBody>
      </p:sp>
      <p:sp>
        <p:nvSpPr>
          <p:cNvPr id="78" name="Line 14">
            <a:extLst>
              <a:ext uri="{FF2B5EF4-FFF2-40B4-BE49-F238E27FC236}">
                <a16:creationId xmlns:a16="http://schemas.microsoft.com/office/drawing/2014/main" id="{9BA329B1-837B-48C9-A757-8A1F30DFD95A}"/>
              </a:ext>
            </a:extLst>
          </p:cNvPr>
          <p:cNvSpPr>
            <a:spLocks noChangeShapeType="1"/>
          </p:cNvSpPr>
          <p:nvPr/>
        </p:nvSpPr>
        <p:spPr bwMode="auto">
          <a:xfrm>
            <a:off x="3533034" y="3169178"/>
            <a:ext cx="0" cy="53340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79" name="Line 15">
            <a:extLst>
              <a:ext uri="{FF2B5EF4-FFF2-40B4-BE49-F238E27FC236}">
                <a16:creationId xmlns:a16="http://schemas.microsoft.com/office/drawing/2014/main" id="{F1D0379C-60E8-4C56-BF17-63D4545D7884}"/>
              </a:ext>
            </a:extLst>
          </p:cNvPr>
          <p:cNvSpPr>
            <a:spLocks noChangeShapeType="1"/>
          </p:cNvSpPr>
          <p:nvPr/>
        </p:nvSpPr>
        <p:spPr bwMode="auto">
          <a:xfrm>
            <a:off x="1669462" y="3192463"/>
            <a:ext cx="0" cy="533400"/>
          </a:xfrm>
          <a:prstGeom prst="line">
            <a:avLst/>
          </a:prstGeom>
          <a:noFill/>
          <a:ln w="38100">
            <a:solidFill>
              <a:schemeClr val="bg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80" name="Text Box 16">
            <a:extLst>
              <a:ext uri="{FF2B5EF4-FFF2-40B4-BE49-F238E27FC236}">
                <a16:creationId xmlns:a16="http://schemas.microsoft.com/office/drawing/2014/main" id="{5B5CA5CB-E6D2-43C3-81B1-0D36D7153CC5}"/>
              </a:ext>
            </a:extLst>
          </p:cNvPr>
          <p:cNvSpPr txBox="1">
            <a:spLocks noChangeArrowheads="1"/>
          </p:cNvSpPr>
          <p:nvPr/>
        </p:nvSpPr>
        <p:spPr bwMode="auto">
          <a:xfrm>
            <a:off x="3386080" y="3729335"/>
            <a:ext cx="276038"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i</a:t>
            </a:r>
          </a:p>
        </p:txBody>
      </p:sp>
      <p:sp>
        <p:nvSpPr>
          <p:cNvPr id="83" name="Text Box 19">
            <a:extLst>
              <a:ext uri="{FF2B5EF4-FFF2-40B4-BE49-F238E27FC236}">
                <a16:creationId xmlns:a16="http://schemas.microsoft.com/office/drawing/2014/main" id="{1490059E-B205-4ABC-897A-C4DE22ACF545}"/>
              </a:ext>
            </a:extLst>
          </p:cNvPr>
          <p:cNvSpPr txBox="1">
            <a:spLocks noChangeArrowheads="1"/>
          </p:cNvSpPr>
          <p:nvPr/>
        </p:nvSpPr>
        <p:spPr bwMode="auto">
          <a:xfrm>
            <a:off x="2448394" y="2701925"/>
            <a:ext cx="338554"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a:t>
            </a:r>
          </a:p>
        </p:txBody>
      </p:sp>
      <p:sp>
        <p:nvSpPr>
          <p:cNvPr id="84" name="Text Box 20">
            <a:extLst>
              <a:ext uri="{FF2B5EF4-FFF2-40B4-BE49-F238E27FC236}">
                <a16:creationId xmlns:a16="http://schemas.microsoft.com/office/drawing/2014/main" id="{E83F720F-72A4-4A0C-AF01-075F09E4C403}"/>
              </a:ext>
            </a:extLst>
          </p:cNvPr>
          <p:cNvSpPr txBox="1">
            <a:spLocks noChangeArrowheads="1"/>
          </p:cNvSpPr>
          <p:nvPr/>
        </p:nvSpPr>
        <p:spPr bwMode="auto">
          <a:xfrm>
            <a:off x="1496424" y="3733800"/>
            <a:ext cx="356188" cy="461665"/>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F</a:t>
            </a:r>
          </a:p>
        </p:txBody>
      </p:sp>
      <p:sp>
        <p:nvSpPr>
          <p:cNvPr id="92" name="箭头: 右 91">
            <a:extLst>
              <a:ext uri="{FF2B5EF4-FFF2-40B4-BE49-F238E27FC236}">
                <a16:creationId xmlns:a16="http://schemas.microsoft.com/office/drawing/2014/main" id="{F8F0F867-B15F-4181-A3A6-1ABA64345383}"/>
              </a:ext>
            </a:extLst>
          </p:cNvPr>
          <p:cNvSpPr/>
          <p:nvPr/>
        </p:nvSpPr>
        <p:spPr>
          <a:xfrm rot="16200000">
            <a:off x="1472431" y="4211509"/>
            <a:ext cx="370882" cy="300380"/>
          </a:xfrm>
          <a:prstGeom prst="rightArrow">
            <a:avLst/>
          </a:prstGeom>
          <a:solidFill>
            <a:srgbClr val="EE85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1" name="Text Box 34">
            <a:extLst>
              <a:ext uri="{FF2B5EF4-FFF2-40B4-BE49-F238E27FC236}">
                <a16:creationId xmlns:a16="http://schemas.microsoft.com/office/drawing/2014/main" id="{543C480D-F70A-4391-981F-4051C0353D29}"/>
              </a:ext>
            </a:extLst>
          </p:cNvPr>
          <p:cNvSpPr txBox="1">
            <a:spLocks noChangeArrowheads="1"/>
          </p:cNvSpPr>
          <p:nvPr/>
        </p:nvSpPr>
        <p:spPr bwMode="auto">
          <a:xfrm>
            <a:off x="5643447" y="1784350"/>
            <a:ext cx="373820"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9</a:t>
            </a:r>
          </a:p>
        </p:txBody>
      </p:sp>
      <p:sp>
        <p:nvSpPr>
          <p:cNvPr id="82" name="Text Box 40">
            <a:extLst>
              <a:ext uri="{FF2B5EF4-FFF2-40B4-BE49-F238E27FC236}">
                <a16:creationId xmlns:a16="http://schemas.microsoft.com/office/drawing/2014/main" id="{1F11EB07-63A5-458F-8838-2EEA33788F61}"/>
              </a:ext>
            </a:extLst>
          </p:cNvPr>
          <p:cNvSpPr txBox="1">
            <a:spLocks noChangeArrowheads="1"/>
          </p:cNvSpPr>
          <p:nvPr/>
        </p:nvSpPr>
        <p:spPr bwMode="auto">
          <a:xfrm>
            <a:off x="6218212" y="3427709"/>
            <a:ext cx="562975"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10</a:t>
            </a:r>
          </a:p>
        </p:txBody>
      </p:sp>
      <p:sp>
        <p:nvSpPr>
          <p:cNvPr id="85" name="Text Box 44">
            <a:extLst>
              <a:ext uri="{FF2B5EF4-FFF2-40B4-BE49-F238E27FC236}">
                <a16:creationId xmlns:a16="http://schemas.microsoft.com/office/drawing/2014/main" id="{4897E9ED-76D9-4077-80C0-BDBE872D2462}"/>
              </a:ext>
            </a:extLst>
          </p:cNvPr>
          <p:cNvSpPr txBox="1">
            <a:spLocks noChangeArrowheads="1"/>
          </p:cNvSpPr>
          <p:nvPr/>
        </p:nvSpPr>
        <p:spPr bwMode="auto">
          <a:xfrm>
            <a:off x="5655267" y="3952875"/>
            <a:ext cx="373820"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9</a:t>
            </a:r>
          </a:p>
        </p:txBody>
      </p:sp>
      <p:sp>
        <p:nvSpPr>
          <p:cNvPr id="86" name="Text Box 48">
            <a:extLst>
              <a:ext uri="{FF2B5EF4-FFF2-40B4-BE49-F238E27FC236}">
                <a16:creationId xmlns:a16="http://schemas.microsoft.com/office/drawing/2014/main" id="{AEAC5EF5-E111-49E1-B8EB-8855D8011BCA}"/>
              </a:ext>
            </a:extLst>
          </p:cNvPr>
          <p:cNvSpPr txBox="1">
            <a:spLocks noChangeArrowheads="1"/>
          </p:cNvSpPr>
          <p:nvPr/>
        </p:nvSpPr>
        <p:spPr bwMode="auto">
          <a:xfrm>
            <a:off x="5105400" y="4509790"/>
            <a:ext cx="373820"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1</a:t>
            </a:r>
          </a:p>
        </p:txBody>
      </p:sp>
      <p:sp>
        <p:nvSpPr>
          <p:cNvPr id="87" name="Text Box 31">
            <a:extLst>
              <a:ext uri="{FF2B5EF4-FFF2-40B4-BE49-F238E27FC236}">
                <a16:creationId xmlns:a16="http://schemas.microsoft.com/office/drawing/2014/main" id="{7483D49D-A731-4C4C-B741-0ECED95A2A9F}"/>
              </a:ext>
            </a:extLst>
          </p:cNvPr>
          <p:cNvSpPr txBox="1">
            <a:spLocks noChangeArrowheads="1"/>
          </p:cNvSpPr>
          <p:nvPr/>
        </p:nvSpPr>
        <p:spPr bwMode="auto">
          <a:xfrm>
            <a:off x="8887527" y="5176045"/>
            <a:ext cx="264687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EE853E"/>
                </a:solidFill>
                <a:latin typeface="+mj-ea"/>
                <a:ea typeface="+mj-ea"/>
              </a:rPr>
              <a:t>结论：输入串合法</a:t>
            </a:r>
          </a:p>
        </p:txBody>
      </p:sp>
      <p:sp>
        <p:nvSpPr>
          <p:cNvPr id="88" name="Text Box 28">
            <a:extLst>
              <a:ext uri="{FF2B5EF4-FFF2-40B4-BE49-F238E27FC236}">
                <a16:creationId xmlns:a16="http://schemas.microsoft.com/office/drawing/2014/main" id="{9A13D6AE-1EA0-4350-8ADC-987E71E120B1}"/>
              </a:ext>
            </a:extLst>
          </p:cNvPr>
          <p:cNvSpPr txBox="1">
            <a:spLocks noChangeArrowheads="1"/>
          </p:cNvSpPr>
          <p:nvPr/>
        </p:nvSpPr>
        <p:spPr bwMode="auto">
          <a:xfrm>
            <a:off x="7896718" y="1810395"/>
            <a:ext cx="426245"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T</a:t>
            </a:r>
          </a:p>
        </p:txBody>
      </p:sp>
      <p:sp>
        <p:nvSpPr>
          <p:cNvPr id="89" name="Text Box 41">
            <a:extLst>
              <a:ext uri="{FF2B5EF4-FFF2-40B4-BE49-F238E27FC236}">
                <a16:creationId xmlns:a16="http://schemas.microsoft.com/office/drawing/2014/main" id="{6F5683A4-D580-4E1E-BF99-DCDDC981FBB7}"/>
              </a:ext>
            </a:extLst>
          </p:cNvPr>
          <p:cNvSpPr txBox="1">
            <a:spLocks noChangeArrowheads="1"/>
          </p:cNvSpPr>
          <p:nvPr/>
        </p:nvSpPr>
        <p:spPr bwMode="auto">
          <a:xfrm>
            <a:off x="8420098" y="3428356"/>
            <a:ext cx="304801"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F</a:t>
            </a:r>
          </a:p>
        </p:txBody>
      </p:sp>
      <p:sp>
        <p:nvSpPr>
          <p:cNvPr id="90" name="Text Box 45">
            <a:extLst>
              <a:ext uri="{FF2B5EF4-FFF2-40B4-BE49-F238E27FC236}">
                <a16:creationId xmlns:a16="http://schemas.microsoft.com/office/drawing/2014/main" id="{16D889B2-3F61-44EA-AF6A-E93FAF24C23C}"/>
              </a:ext>
            </a:extLst>
          </p:cNvPr>
          <p:cNvSpPr txBox="1">
            <a:spLocks noChangeArrowheads="1"/>
          </p:cNvSpPr>
          <p:nvPr/>
        </p:nvSpPr>
        <p:spPr bwMode="auto">
          <a:xfrm>
            <a:off x="7925894" y="3983038"/>
            <a:ext cx="409608"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T</a:t>
            </a:r>
          </a:p>
        </p:txBody>
      </p:sp>
      <p:sp>
        <p:nvSpPr>
          <p:cNvPr id="91" name="Text Box 49">
            <a:extLst>
              <a:ext uri="{FF2B5EF4-FFF2-40B4-BE49-F238E27FC236}">
                <a16:creationId xmlns:a16="http://schemas.microsoft.com/office/drawing/2014/main" id="{BCEDE3CD-99D0-42EE-ADD2-BF661CA194A9}"/>
              </a:ext>
            </a:extLst>
          </p:cNvPr>
          <p:cNvSpPr txBox="1">
            <a:spLocks noChangeArrowheads="1"/>
          </p:cNvSpPr>
          <p:nvPr/>
        </p:nvSpPr>
        <p:spPr bwMode="auto">
          <a:xfrm>
            <a:off x="7329945" y="4500265"/>
            <a:ext cx="533878"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微软雅黑" panose="020B0503020204020204" pitchFamily="34" charset="-122"/>
                <a:ea typeface="微软雅黑" panose="020B0503020204020204" pitchFamily="34" charset="-122"/>
              </a:rPr>
              <a:t>E</a:t>
            </a:r>
          </a:p>
        </p:txBody>
      </p:sp>
    </p:spTree>
    <p:extLst>
      <p:ext uri="{BB962C8B-B14F-4D97-AF65-F5344CB8AC3E}">
        <p14:creationId xmlns:p14="http://schemas.microsoft.com/office/powerpoint/2010/main" val="29166352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76892"/>
                                        </p:tgtEl>
                                        <p:attrNameLst>
                                          <p:attrName>style.visibility</p:attrName>
                                        </p:attrNameLst>
                                      </p:cBhvr>
                                      <p:to>
                                        <p:strVal val="visible"/>
                                      </p:to>
                                    </p:set>
                                    <p:animEffect transition="in" filter="fade">
                                      <p:cBhvr>
                                        <p:cTn id="7" dur="500"/>
                                        <p:tgtEl>
                                          <p:spTgt spid="67689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8"/>
                                        </p:tgtEl>
                                        <p:attrNameLst>
                                          <p:attrName>style.visibility</p:attrName>
                                        </p:attrNameLst>
                                      </p:cBhvr>
                                      <p:to>
                                        <p:strVal val="visible"/>
                                      </p:to>
                                    </p:set>
                                    <p:animEffect transition="in" filter="fade">
                                      <p:cBhvr>
                                        <p:cTn id="12" dur="500"/>
                                        <p:tgtEl>
                                          <p:spTgt spid="88"/>
                                        </p:tgtEl>
                                      </p:cBhvr>
                                    </p:animEffect>
                                  </p:childTnLst>
                                </p:cTn>
                              </p:par>
                              <p:par>
                                <p:cTn id="13" presetID="42" presetClass="path" presetSubtype="0" accel="50000" decel="50000" fill="hold" grpId="0" nodeType="withEffect">
                                  <p:stCondLst>
                                    <p:cond delay="0"/>
                                  </p:stCondLst>
                                  <p:childTnLst>
                                    <p:animMotion origin="layout" path="M 2.5E-6 3.7037E-7 L -0.00026 -0.13588 " pathEditMode="relative" rAng="0" ptsTypes="AA">
                                      <p:cBhvr>
                                        <p:cTn id="14" dur="2000" fill="hold"/>
                                        <p:tgtEl>
                                          <p:spTgt spid="92"/>
                                        </p:tgtEl>
                                        <p:attrNameLst>
                                          <p:attrName>ppt_x</p:attrName>
                                          <p:attrName>ppt_y</p:attrName>
                                        </p:attrNameLst>
                                      </p:cBhvr>
                                      <p:rCtr x="-13" y="-6806"/>
                                    </p:animMotion>
                                  </p:childTnLst>
                                </p:cTn>
                              </p:par>
                              <p:par>
                                <p:cTn id="15" presetID="10" presetClass="exit" presetSubtype="0" fill="hold" grpId="0" nodeType="withEffect">
                                  <p:stCondLst>
                                    <p:cond delay="0"/>
                                  </p:stCondLst>
                                  <p:childTnLst>
                                    <p:animEffect transition="out" filter="fade">
                                      <p:cBhvr>
                                        <p:cTn id="16" dur="500"/>
                                        <p:tgtEl>
                                          <p:spTgt spid="84"/>
                                        </p:tgtEl>
                                      </p:cBhvr>
                                    </p:animEffect>
                                    <p:set>
                                      <p:cBhvr>
                                        <p:cTn id="17" dur="1" fill="hold">
                                          <p:stCondLst>
                                            <p:cond delay="499"/>
                                          </p:stCondLst>
                                        </p:cTn>
                                        <p:tgtEl>
                                          <p:spTgt spid="84"/>
                                        </p:tgtEl>
                                        <p:attrNameLst>
                                          <p:attrName>style.visibility</p:attrName>
                                        </p:attrNameLst>
                                      </p:cBhvr>
                                      <p:to>
                                        <p:strVal val="hidden"/>
                                      </p:to>
                                    </p:set>
                                  </p:childTnLst>
                                </p:cTn>
                              </p:par>
                              <p:par>
                                <p:cTn id="18" presetID="10" presetClass="exit" presetSubtype="0" fill="hold" grpId="0" nodeType="withEffect">
                                  <p:stCondLst>
                                    <p:cond delay="0"/>
                                  </p:stCondLst>
                                  <p:childTnLst>
                                    <p:animEffect transition="out" filter="fade">
                                      <p:cBhvr>
                                        <p:cTn id="19" dur="500"/>
                                        <p:tgtEl>
                                          <p:spTgt spid="79"/>
                                        </p:tgtEl>
                                      </p:cBhvr>
                                    </p:animEffect>
                                    <p:set>
                                      <p:cBhvr>
                                        <p:cTn id="20" dur="1" fill="hold">
                                          <p:stCondLst>
                                            <p:cond delay="499"/>
                                          </p:stCondLst>
                                        </p:cTn>
                                        <p:tgtEl>
                                          <p:spTgt spid="79"/>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76898"/>
                                        </p:tgtEl>
                                        <p:attrNameLst>
                                          <p:attrName>style.visibility</p:attrName>
                                        </p:attrNameLst>
                                      </p:cBhvr>
                                      <p:to>
                                        <p:strVal val="visible"/>
                                      </p:to>
                                    </p:set>
                                    <p:animEffect transition="in" filter="fade">
                                      <p:cBhvr>
                                        <p:cTn id="25" dur="500"/>
                                        <p:tgtEl>
                                          <p:spTgt spid="67689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81"/>
                                        </p:tgtEl>
                                        <p:attrNameLst>
                                          <p:attrName>style.visibility</p:attrName>
                                        </p:attrNameLst>
                                      </p:cBhvr>
                                      <p:to>
                                        <p:strVal val="visible"/>
                                      </p:to>
                                    </p:set>
                                    <p:animEffect transition="in" filter="fade">
                                      <p:cBhvr>
                                        <p:cTn id="30" dur="500"/>
                                        <p:tgtEl>
                                          <p:spTgt spid="8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76893">
                                            <p:txEl>
                                              <p:pRg st="0" end="0"/>
                                            </p:txEl>
                                          </p:spTgt>
                                        </p:tgtEl>
                                        <p:attrNameLst>
                                          <p:attrName>style.visibility</p:attrName>
                                        </p:attrNameLst>
                                      </p:cBhvr>
                                      <p:to>
                                        <p:strVal val="visible"/>
                                      </p:to>
                                    </p:set>
                                    <p:animEffect transition="in" filter="fade">
                                      <p:cBhvr>
                                        <p:cTn id="35" dur="500"/>
                                        <p:tgtEl>
                                          <p:spTgt spid="676893">
                                            <p:txEl>
                                              <p:pRg st="0" end="0"/>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0" presetClass="entr" presetSubtype="0" fill="hold" nodeType="clickEffect">
                                  <p:stCondLst>
                                    <p:cond delay="0"/>
                                  </p:stCondLst>
                                  <p:childTnLst>
                                    <p:set>
                                      <p:cBhvr>
                                        <p:cTn id="39" dur="1" fill="hold">
                                          <p:stCondLst>
                                            <p:cond delay="0"/>
                                          </p:stCondLst>
                                        </p:cTn>
                                        <p:tgtEl>
                                          <p:spTgt spid="676894">
                                            <p:txEl>
                                              <p:pRg st="0" end="0"/>
                                            </p:txEl>
                                          </p:spTgt>
                                        </p:tgtEl>
                                        <p:attrNameLst>
                                          <p:attrName>style.visibility</p:attrName>
                                        </p:attrNameLst>
                                      </p:cBhvr>
                                      <p:to>
                                        <p:strVal val="visible"/>
                                      </p:to>
                                    </p:set>
                                    <p:animEffect transition="in" filter="fade">
                                      <p:cBhvr>
                                        <p:cTn id="40" dur="500"/>
                                        <p:tgtEl>
                                          <p:spTgt spid="676894">
                                            <p:txEl>
                                              <p:pRg st="0" end="0"/>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676899"/>
                                        </p:tgtEl>
                                        <p:attrNameLst>
                                          <p:attrName>style.visibility</p:attrName>
                                        </p:attrNameLst>
                                      </p:cBhvr>
                                      <p:to>
                                        <p:strVal val="visible"/>
                                      </p:to>
                                    </p:set>
                                    <p:animEffect transition="in" filter="fade">
                                      <p:cBhvr>
                                        <p:cTn id="45" dur="500"/>
                                        <p:tgtEl>
                                          <p:spTgt spid="67689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676901"/>
                                        </p:tgtEl>
                                        <p:attrNameLst>
                                          <p:attrName>style.visibility</p:attrName>
                                        </p:attrNameLst>
                                      </p:cBhvr>
                                      <p:to>
                                        <p:strVal val="visible"/>
                                      </p:to>
                                    </p:set>
                                    <p:animEffect transition="in" filter="fade">
                                      <p:cBhvr>
                                        <p:cTn id="48" dur="500"/>
                                        <p:tgtEl>
                                          <p:spTgt spid="676901"/>
                                        </p:tgtEl>
                                      </p:cBhvr>
                                    </p:animEffect>
                                  </p:childTnLst>
                                </p:cTn>
                              </p:par>
                              <p:par>
                                <p:cTn id="49" presetID="42" presetClass="path" presetSubtype="0" accel="50000" decel="50000" fill="hold" grpId="1" nodeType="withEffect">
                                  <p:stCondLst>
                                    <p:cond delay="0"/>
                                  </p:stCondLst>
                                  <p:childTnLst>
                                    <p:animMotion origin="layout" path="M -0.00026 -0.13588 L 0.07864 -0.16389 " pathEditMode="relative" rAng="0" ptsTypes="AA">
                                      <p:cBhvr>
                                        <p:cTn id="50" dur="2000" fill="hold"/>
                                        <p:tgtEl>
                                          <p:spTgt spid="92"/>
                                        </p:tgtEl>
                                        <p:attrNameLst>
                                          <p:attrName>ppt_x</p:attrName>
                                          <p:attrName>ppt_y</p:attrName>
                                        </p:attrNameLst>
                                      </p:cBhvr>
                                      <p:rCtr x="3945" y="-1412"/>
                                    </p:animMotion>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676902"/>
                                        </p:tgtEl>
                                        <p:attrNameLst>
                                          <p:attrName>style.visibility</p:attrName>
                                        </p:attrNameLst>
                                      </p:cBhvr>
                                      <p:to>
                                        <p:strVal val="visible"/>
                                      </p:to>
                                    </p:set>
                                    <p:animEffect transition="in" filter="fade">
                                      <p:cBhvr>
                                        <p:cTn id="55" dur="500"/>
                                        <p:tgtEl>
                                          <p:spTgt spid="67690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676897"/>
                                        </p:tgtEl>
                                        <p:attrNameLst>
                                          <p:attrName>style.visibility</p:attrName>
                                        </p:attrNameLst>
                                      </p:cBhvr>
                                      <p:to>
                                        <p:strVal val="visible"/>
                                      </p:to>
                                    </p:set>
                                    <p:animEffect transition="in" filter="fade">
                                      <p:cBhvr>
                                        <p:cTn id="60" dur="500"/>
                                        <p:tgtEl>
                                          <p:spTgt spid="676897"/>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676900"/>
                                        </p:tgtEl>
                                        <p:attrNameLst>
                                          <p:attrName>style.visibility</p:attrName>
                                        </p:attrNameLst>
                                      </p:cBhvr>
                                      <p:to>
                                        <p:strVal val="visible"/>
                                      </p:to>
                                    </p:set>
                                    <p:animEffect transition="in" filter="fade">
                                      <p:cBhvr>
                                        <p:cTn id="65" dur="500"/>
                                        <p:tgtEl>
                                          <p:spTgt spid="67690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676895"/>
                                        </p:tgtEl>
                                        <p:attrNameLst>
                                          <p:attrName>style.visibility</p:attrName>
                                        </p:attrNameLst>
                                      </p:cBhvr>
                                      <p:to>
                                        <p:strVal val="visible"/>
                                      </p:to>
                                    </p:set>
                                    <p:animEffect transition="in" filter="fade">
                                      <p:cBhvr>
                                        <p:cTn id="68" dur="500"/>
                                        <p:tgtEl>
                                          <p:spTgt spid="676895"/>
                                        </p:tgtEl>
                                      </p:cBhvr>
                                    </p:animEffect>
                                  </p:childTnLst>
                                </p:cTn>
                              </p:par>
                              <p:par>
                                <p:cTn id="69" presetID="42" presetClass="path" presetSubtype="0" accel="50000" decel="50000" fill="hold" grpId="2" nodeType="withEffect">
                                  <p:stCondLst>
                                    <p:cond delay="0"/>
                                  </p:stCondLst>
                                  <p:childTnLst>
                                    <p:animMotion origin="layout" path="M 0.07864 -0.16389 L 0.15312 0.00393 " pathEditMode="relative" rAng="0" ptsTypes="AA">
                                      <p:cBhvr>
                                        <p:cTn id="70" dur="2000" fill="hold"/>
                                        <p:tgtEl>
                                          <p:spTgt spid="92"/>
                                        </p:tgtEl>
                                        <p:attrNameLst>
                                          <p:attrName>ppt_x</p:attrName>
                                          <p:attrName>ppt_y</p:attrName>
                                        </p:attrNameLst>
                                      </p:cBhvr>
                                      <p:rCtr x="3724" y="8380"/>
                                    </p:animMotion>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676896"/>
                                        </p:tgtEl>
                                        <p:attrNameLst>
                                          <p:attrName>style.visibility</p:attrName>
                                        </p:attrNameLst>
                                      </p:cBhvr>
                                      <p:to>
                                        <p:strVal val="visible"/>
                                      </p:to>
                                    </p:set>
                                    <p:animEffect transition="in" filter="fade">
                                      <p:cBhvr>
                                        <p:cTn id="75" dur="500"/>
                                        <p:tgtEl>
                                          <p:spTgt spid="676896"/>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676903"/>
                                        </p:tgtEl>
                                        <p:attrNameLst>
                                          <p:attrName>style.visibility</p:attrName>
                                        </p:attrNameLst>
                                      </p:cBhvr>
                                      <p:to>
                                        <p:strVal val="visible"/>
                                      </p:to>
                                    </p:set>
                                    <p:animEffect transition="in" filter="fade">
                                      <p:cBhvr>
                                        <p:cTn id="80" dur="500"/>
                                        <p:tgtEl>
                                          <p:spTgt spid="676903"/>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676905"/>
                                        </p:tgtEl>
                                        <p:attrNameLst>
                                          <p:attrName>style.visibility</p:attrName>
                                        </p:attrNameLst>
                                      </p:cBhvr>
                                      <p:to>
                                        <p:strVal val="visible"/>
                                      </p:to>
                                    </p:set>
                                    <p:animEffect transition="in" filter="fade">
                                      <p:cBhvr>
                                        <p:cTn id="85" dur="500"/>
                                        <p:tgtEl>
                                          <p:spTgt spid="676905"/>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89"/>
                                        </p:tgtEl>
                                        <p:attrNameLst>
                                          <p:attrName>style.visibility</p:attrName>
                                        </p:attrNameLst>
                                      </p:cBhvr>
                                      <p:to>
                                        <p:strVal val="visible"/>
                                      </p:to>
                                    </p:set>
                                    <p:animEffect transition="in" filter="fade">
                                      <p:cBhvr>
                                        <p:cTn id="90" dur="500"/>
                                        <p:tgtEl>
                                          <p:spTgt spid="89"/>
                                        </p:tgtEl>
                                      </p:cBhvr>
                                    </p:animEffect>
                                  </p:childTnLst>
                                </p:cTn>
                              </p:par>
                              <p:par>
                                <p:cTn id="91" presetID="10" presetClass="exit" presetSubtype="0" fill="hold" grpId="0" nodeType="withEffect">
                                  <p:stCondLst>
                                    <p:cond delay="0"/>
                                  </p:stCondLst>
                                  <p:childTnLst>
                                    <p:animEffect transition="out" filter="fade">
                                      <p:cBhvr>
                                        <p:cTn id="92" dur="500"/>
                                        <p:tgtEl>
                                          <p:spTgt spid="80"/>
                                        </p:tgtEl>
                                      </p:cBhvr>
                                    </p:animEffect>
                                    <p:set>
                                      <p:cBhvr>
                                        <p:cTn id="93" dur="1" fill="hold">
                                          <p:stCondLst>
                                            <p:cond delay="499"/>
                                          </p:stCondLst>
                                        </p:cTn>
                                        <p:tgtEl>
                                          <p:spTgt spid="80"/>
                                        </p:tgtEl>
                                        <p:attrNameLst>
                                          <p:attrName>style.visibility</p:attrName>
                                        </p:attrNameLst>
                                      </p:cBhvr>
                                      <p:to>
                                        <p:strVal val="hidden"/>
                                      </p:to>
                                    </p:set>
                                  </p:childTnLst>
                                </p:cTn>
                              </p:par>
                              <p:par>
                                <p:cTn id="94" presetID="10" presetClass="exit" presetSubtype="0" fill="hold" grpId="0" nodeType="withEffect">
                                  <p:stCondLst>
                                    <p:cond delay="0"/>
                                  </p:stCondLst>
                                  <p:childTnLst>
                                    <p:animEffect transition="out" filter="fade">
                                      <p:cBhvr>
                                        <p:cTn id="95" dur="500"/>
                                        <p:tgtEl>
                                          <p:spTgt spid="78"/>
                                        </p:tgtEl>
                                      </p:cBhvr>
                                    </p:animEffect>
                                    <p:set>
                                      <p:cBhvr>
                                        <p:cTn id="96" dur="1" fill="hold">
                                          <p:stCondLst>
                                            <p:cond delay="499"/>
                                          </p:stCondLst>
                                        </p:cTn>
                                        <p:tgtEl>
                                          <p:spTgt spid="78"/>
                                        </p:tgtEl>
                                        <p:attrNameLst>
                                          <p:attrName>style.visibility</p:attrName>
                                        </p:attrNameLst>
                                      </p:cBhvr>
                                      <p:to>
                                        <p:strVal val="hidden"/>
                                      </p:to>
                                    </p:set>
                                  </p:childTnLst>
                                </p:cTn>
                              </p:par>
                              <p:par>
                                <p:cTn id="97" presetID="42" presetClass="path" presetSubtype="0" accel="50000" decel="50000" fill="hold" grpId="3" nodeType="withEffect">
                                  <p:stCondLst>
                                    <p:cond delay="0"/>
                                  </p:stCondLst>
                                  <p:childTnLst>
                                    <p:animMotion origin="layout" path="M 0.15312 0.00393 L 0.1556 -0.14444 " pathEditMode="relative" rAng="0" ptsTypes="AA">
                                      <p:cBhvr>
                                        <p:cTn id="98" dur="2000" fill="hold"/>
                                        <p:tgtEl>
                                          <p:spTgt spid="92"/>
                                        </p:tgtEl>
                                        <p:attrNameLst>
                                          <p:attrName>ppt_x</p:attrName>
                                          <p:attrName>ppt_y</p:attrName>
                                        </p:attrNameLst>
                                      </p:cBhvr>
                                      <p:rCtr x="117" y="-7431"/>
                                    </p:animMotion>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676904"/>
                                        </p:tgtEl>
                                        <p:attrNameLst>
                                          <p:attrName>style.visibility</p:attrName>
                                        </p:attrNameLst>
                                      </p:cBhvr>
                                      <p:to>
                                        <p:strVal val="visible"/>
                                      </p:to>
                                    </p:set>
                                    <p:animEffect transition="in" filter="fade">
                                      <p:cBhvr>
                                        <p:cTn id="103" dur="500"/>
                                        <p:tgtEl>
                                          <p:spTgt spid="676904"/>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82"/>
                                        </p:tgtEl>
                                        <p:attrNameLst>
                                          <p:attrName>style.visibility</p:attrName>
                                        </p:attrNameLst>
                                      </p:cBhvr>
                                      <p:to>
                                        <p:strVal val="visible"/>
                                      </p:to>
                                    </p:set>
                                    <p:animEffect transition="in" filter="fade">
                                      <p:cBhvr>
                                        <p:cTn id="108" dur="500"/>
                                        <p:tgtEl>
                                          <p:spTgt spid="82"/>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676906"/>
                                        </p:tgtEl>
                                        <p:attrNameLst>
                                          <p:attrName>style.visibility</p:attrName>
                                        </p:attrNameLst>
                                      </p:cBhvr>
                                      <p:to>
                                        <p:strVal val="visible"/>
                                      </p:to>
                                    </p:set>
                                    <p:animEffect transition="in" filter="fade">
                                      <p:cBhvr>
                                        <p:cTn id="113" dur="500"/>
                                        <p:tgtEl>
                                          <p:spTgt spid="676906"/>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10" presetClass="entr" presetSubtype="0" fill="hold" grpId="0" nodeType="clickEffect">
                                  <p:stCondLst>
                                    <p:cond delay="0"/>
                                  </p:stCondLst>
                                  <p:childTnLst>
                                    <p:set>
                                      <p:cBhvr>
                                        <p:cTn id="117" dur="1" fill="hold">
                                          <p:stCondLst>
                                            <p:cond delay="0"/>
                                          </p:stCondLst>
                                        </p:cTn>
                                        <p:tgtEl>
                                          <p:spTgt spid="676907"/>
                                        </p:tgtEl>
                                        <p:attrNameLst>
                                          <p:attrName>style.visibility</p:attrName>
                                        </p:attrNameLst>
                                      </p:cBhvr>
                                      <p:to>
                                        <p:strVal val="visible"/>
                                      </p:to>
                                    </p:set>
                                    <p:animEffect transition="in" filter="fade">
                                      <p:cBhvr>
                                        <p:cTn id="118" dur="500"/>
                                        <p:tgtEl>
                                          <p:spTgt spid="676907"/>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676909"/>
                                        </p:tgtEl>
                                        <p:attrNameLst>
                                          <p:attrName>style.visibility</p:attrName>
                                        </p:attrNameLst>
                                      </p:cBhvr>
                                      <p:to>
                                        <p:strVal val="visible"/>
                                      </p:to>
                                    </p:set>
                                    <p:animEffect transition="in" filter="fade">
                                      <p:cBhvr>
                                        <p:cTn id="123" dur="500"/>
                                        <p:tgtEl>
                                          <p:spTgt spid="676909"/>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90"/>
                                        </p:tgtEl>
                                        <p:attrNameLst>
                                          <p:attrName>style.visibility</p:attrName>
                                        </p:attrNameLst>
                                      </p:cBhvr>
                                      <p:to>
                                        <p:strVal val="visible"/>
                                      </p:to>
                                    </p:set>
                                    <p:animEffect transition="in" filter="fade">
                                      <p:cBhvr>
                                        <p:cTn id="128" dur="500"/>
                                        <p:tgtEl>
                                          <p:spTgt spid="90"/>
                                        </p:tgtEl>
                                      </p:cBhvr>
                                    </p:animEffect>
                                  </p:childTnLst>
                                </p:cTn>
                              </p:par>
                              <p:par>
                                <p:cTn id="129" presetID="10" presetClass="exit" presetSubtype="0" fill="hold" grpId="0" nodeType="withEffect">
                                  <p:stCondLst>
                                    <p:cond delay="0"/>
                                  </p:stCondLst>
                                  <p:childTnLst>
                                    <p:animEffect transition="out" filter="fade">
                                      <p:cBhvr>
                                        <p:cTn id="130" dur="500"/>
                                        <p:tgtEl>
                                          <p:spTgt spid="73"/>
                                        </p:tgtEl>
                                      </p:cBhvr>
                                    </p:animEffect>
                                    <p:set>
                                      <p:cBhvr>
                                        <p:cTn id="131" dur="1" fill="hold">
                                          <p:stCondLst>
                                            <p:cond delay="499"/>
                                          </p:stCondLst>
                                        </p:cTn>
                                        <p:tgtEl>
                                          <p:spTgt spid="73"/>
                                        </p:tgtEl>
                                        <p:attrNameLst>
                                          <p:attrName>style.visibility</p:attrName>
                                        </p:attrNameLst>
                                      </p:cBhvr>
                                      <p:to>
                                        <p:strVal val="hidden"/>
                                      </p:to>
                                    </p:set>
                                  </p:childTnLst>
                                </p:cTn>
                              </p:par>
                              <p:par>
                                <p:cTn id="132" presetID="10" presetClass="exit" presetSubtype="0" fill="hold" grpId="0" nodeType="withEffect">
                                  <p:stCondLst>
                                    <p:cond delay="0"/>
                                  </p:stCondLst>
                                  <p:childTnLst>
                                    <p:animEffect transition="out" filter="fade">
                                      <p:cBhvr>
                                        <p:cTn id="133" dur="500"/>
                                        <p:tgtEl>
                                          <p:spTgt spid="74"/>
                                        </p:tgtEl>
                                      </p:cBhvr>
                                    </p:animEffect>
                                    <p:set>
                                      <p:cBhvr>
                                        <p:cTn id="134" dur="1" fill="hold">
                                          <p:stCondLst>
                                            <p:cond delay="499"/>
                                          </p:stCondLst>
                                        </p:cTn>
                                        <p:tgtEl>
                                          <p:spTgt spid="74"/>
                                        </p:tgtEl>
                                        <p:attrNameLst>
                                          <p:attrName>style.visibility</p:attrName>
                                        </p:attrNameLst>
                                      </p:cBhvr>
                                      <p:to>
                                        <p:strVal val="hidden"/>
                                      </p:to>
                                    </p:set>
                                  </p:childTnLst>
                                </p:cTn>
                              </p:par>
                              <p:par>
                                <p:cTn id="135" presetID="10" presetClass="exit" presetSubtype="0" fill="hold" grpId="0" nodeType="withEffect">
                                  <p:stCondLst>
                                    <p:cond delay="0"/>
                                  </p:stCondLst>
                                  <p:childTnLst>
                                    <p:animEffect transition="out" filter="fade">
                                      <p:cBhvr>
                                        <p:cTn id="136" dur="500"/>
                                        <p:tgtEl>
                                          <p:spTgt spid="75"/>
                                        </p:tgtEl>
                                      </p:cBhvr>
                                    </p:animEffect>
                                    <p:set>
                                      <p:cBhvr>
                                        <p:cTn id="137" dur="1" fill="hold">
                                          <p:stCondLst>
                                            <p:cond delay="499"/>
                                          </p:stCondLst>
                                        </p:cTn>
                                        <p:tgtEl>
                                          <p:spTgt spid="75"/>
                                        </p:tgtEl>
                                        <p:attrNameLst>
                                          <p:attrName>style.visibility</p:attrName>
                                        </p:attrNameLst>
                                      </p:cBhvr>
                                      <p:to>
                                        <p:strVal val="hidden"/>
                                      </p:to>
                                    </p:set>
                                  </p:childTnLst>
                                </p:cTn>
                              </p:par>
                              <p:par>
                                <p:cTn id="138" presetID="10" presetClass="exit" presetSubtype="0" fill="hold" grpId="0" nodeType="withEffect">
                                  <p:stCondLst>
                                    <p:cond delay="0"/>
                                  </p:stCondLst>
                                  <p:childTnLst>
                                    <p:animEffect transition="out" filter="fade">
                                      <p:cBhvr>
                                        <p:cTn id="139" dur="500"/>
                                        <p:tgtEl>
                                          <p:spTgt spid="76"/>
                                        </p:tgtEl>
                                      </p:cBhvr>
                                    </p:animEffect>
                                    <p:set>
                                      <p:cBhvr>
                                        <p:cTn id="140" dur="1" fill="hold">
                                          <p:stCondLst>
                                            <p:cond delay="499"/>
                                          </p:stCondLst>
                                        </p:cTn>
                                        <p:tgtEl>
                                          <p:spTgt spid="76"/>
                                        </p:tgtEl>
                                        <p:attrNameLst>
                                          <p:attrName>style.visibility</p:attrName>
                                        </p:attrNameLst>
                                      </p:cBhvr>
                                      <p:to>
                                        <p:strVal val="hidden"/>
                                      </p:to>
                                    </p:set>
                                  </p:childTnLst>
                                </p:cTn>
                              </p:par>
                              <p:par>
                                <p:cTn id="141" presetID="10" presetClass="exit" presetSubtype="0" fill="hold" grpId="0" nodeType="withEffect">
                                  <p:stCondLst>
                                    <p:cond delay="0"/>
                                  </p:stCondLst>
                                  <p:childTnLst>
                                    <p:animEffect transition="out" filter="fade">
                                      <p:cBhvr>
                                        <p:cTn id="142" dur="500"/>
                                        <p:tgtEl>
                                          <p:spTgt spid="77"/>
                                        </p:tgtEl>
                                      </p:cBhvr>
                                    </p:animEffect>
                                    <p:set>
                                      <p:cBhvr>
                                        <p:cTn id="143" dur="1" fill="hold">
                                          <p:stCondLst>
                                            <p:cond delay="499"/>
                                          </p:stCondLst>
                                        </p:cTn>
                                        <p:tgtEl>
                                          <p:spTgt spid="77"/>
                                        </p:tgtEl>
                                        <p:attrNameLst>
                                          <p:attrName>style.visibility</p:attrName>
                                        </p:attrNameLst>
                                      </p:cBhvr>
                                      <p:to>
                                        <p:strVal val="hidden"/>
                                      </p:to>
                                    </p:set>
                                  </p:childTnLst>
                                </p:cTn>
                              </p:par>
                              <p:par>
                                <p:cTn id="144" presetID="10" presetClass="exit" presetSubtype="0" fill="hold" grpId="0" nodeType="withEffect">
                                  <p:stCondLst>
                                    <p:cond delay="0"/>
                                  </p:stCondLst>
                                  <p:childTnLst>
                                    <p:animEffect transition="out" filter="fade">
                                      <p:cBhvr>
                                        <p:cTn id="145" dur="500"/>
                                        <p:tgtEl>
                                          <p:spTgt spid="83"/>
                                        </p:tgtEl>
                                      </p:cBhvr>
                                    </p:animEffect>
                                    <p:set>
                                      <p:cBhvr>
                                        <p:cTn id="146" dur="1" fill="hold">
                                          <p:stCondLst>
                                            <p:cond delay="499"/>
                                          </p:stCondLst>
                                        </p:cTn>
                                        <p:tgtEl>
                                          <p:spTgt spid="83"/>
                                        </p:tgtEl>
                                        <p:attrNameLst>
                                          <p:attrName>style.visibility</p:attrName>
                                        </p:attrNameLst>
                                      </p:cBhvr>
                                      <p:to>
                                        <p:strVal val="hidden"/>
                                      </p:to>
                                    </p:set>
                                  </p:childTnLst>
                                </p:cTn>
                              </p:par>
                              <p:par>
                                <p:cTn id="147" presetID="42" presetClass="path" presetSubtype="0" accel="50000" decel="50000" fill="hold" grpId="4" nodeType="withEffect">
                                  <p:stCondLst>
                                    <p:cond delay="0"/>
                                  </p:stCondLst>
                                  <p:childTnLst>
                                    <p:animMotion origin="layout" path="M 0.1556 -0.14444 L 0.07604 -0.27569 " pathEditMode="relative" rAng="0" ptsTypes="AA">
                                      <p:cBhvr>
                                        <p:cTn id="148" dur="2000" fill="hold"/>
                                        <p:tgtEl>
                                          <p:spTgt spid="92"/>
                                        </p:tgtEl>
                                        <p:attrNameLst>
                                          <p:attrName>ppt_x</p:attrName>
                                          <p:attrName>ppt_y</p:attrName>
                                        </p:attrNameLst>
                                      </p:cBhvr>
                                      <p:rCtr x="-3984" y="-6574"/>
                                    </p:animMotion>
                                  </p:childTnLst>
                                </p:cTn>
                              </p:par>
                            </p:childTnLst>
                          </p:cTn>
                        </p:par>
                      </p:childTnLst>
                    </p:cTn>
                  </p:par>
                  <p:par>
                    <p:cTn id="149" fill="hold">
                      <p:stCondLst>
                        <p:cond delay="indefinite"/>
                      </p:stCondLst>
                      <p:childTnLst>
                        <p:par>
                          <p:cTn id="150" fill="hold">
                            <p:stCondLst>
                              <p:cond delay="0"/>
                            </p:stCondLst>
                            <p:childTnLst>
                              <p:par>
                                <p:cTn id="151" presetID="10" presetClass="entr" presetSubtype="0" fill="hold" grpId="0" nodeType="clickEffect">
                                  <p:stCondLst>
                                    <p:cond delay="0"/>
                                  </p:stCondLst>
                                  <p:childTnLst>
                                    <p:set>
                                      <p:cBhvr>
                                        <p:cTn id="152" dur="1" fill="hold">
                                          <p:stCondLst>
                                            <p:cond delay="0"/>
                                          </p:stCondLst>
                                        </p:cTn>
                                        <p:tgtEl>
                                          <p:spTgt spid="676908"/>
                                        </p:tgtEl>
                                        <p:attrNameLst>
                                          <p:attrName>style.visibility</p:attrName>
                                        </p:attrNameLst>
                                      </p:cBhvr>
                                      <p:to>
                                        <p:strVal val="visible"/>
                                      </p:to>
                                    </p:set>
                                    <p:animEffect transition="in" filter="fade">
                                      <p:cBhvr>
                                        <p:cTn id="153" dur="500"/>
                                        <p:tgtEl>
                                          <p:spTgt spid="676908"/>
                                        </p:tgtEl>
                                      </p:cBhvr>
                                    </p:animEffect>
                                  </p:childTnLst>
                                </p:cTn>
                              </p:par>
                            </p:childTnLst>
                          </p:cTn>
                        </p:par>
                      </p:childTnLst>
                    </p:cTn>
                  </p:par>
                  <p:par>
                    <p:cTn id="154" fill="hold">
                      <p:stCondLst>
                        <p:cond delay="indefinite"/>
                      </p:stCondLst>
                      <p:childTnLst>
                        <p:par>
                          <p:cTn id="155" fill="hold">
                            <p:stCondLst>
                              <p:cond delay="0"/>
                            </p:stCondLst>
                            <p:childTnLst>
                              <p:par>
                                <p:cTn id="156" presetID="10" presetClass="entr" presetSubtype="0" fill="hold" grpId="0" nodeType="clickEffect">
                                  <p:stCondLst>
                                    <p:cond delay="0"/>
                                  </p:stCondLst>
                                  <p:childTnLst>
                                    <p:set>
                                      <p:cBhvr>
                                        <p:cTn id="157" dur="1" fill="hold">
                                          <p:stCondLst>
                                            <p:cond delay="0"/>
                                          </p:stCondLst>
                                        </p:cTn>
                                        <p:tgtEl>
                                          <p:spTgt spid="85"/>
                                        </p:tgtEl>
                                        <p:attrNameLst>
                                          <p:attrName>style.visibility</p:attrName>
                                        </p:attrNameLst>
                                      </p:cBhvr>
                                      <p:to>
                                        <p:strVal val="visible"/>
                                      </p:to>
                                    </p:set>
                                    <p:animEffect transition="in" filter="fade">
                                      <p:cBhvr>
                                        <p:cTn id="158" dur="500"/>
                                        <p:tgtEl>
                                          <p:spTgt spid="85"/>
                                        </p:tgtEl>
                                      </p:cBhvr>
                                    </p:animEffect>
                                  </p:childTnLst>
                                </p:cTn>
                              </p:par>
                            </p:childTnLst>
                          </p:cTn>
                        </p:par>
                      </p:childTnLst>
                    </p:cTn>
                  </p:par>
                  <p:par>
                    <p:cTn id="159" fill="hold">
                      <p:stCondLst>
                        <p:cond delay="indefinite"/>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676910"/>
                                        </p:tgtEl>
                                        <p:attrNameLst>
                                          <p:attrName>style.visibility</p:attrName>
                                        </p:attrNameLst>
                                      </p:cBhvr>
                                      <p:to>
                                        <p:strVal val="visible"/>
                                      </p:to>
                                    </p:set>
                                    <p:animEffect transition="in" filter="fade">
                                      <p:cBhvr>
                                        <p:cTn id="163" dur="500"/>
                                        <p:tgtEl>
                                          <p:spTgt spid="676910"/>
                                        </p:tgtEl>
                                      </p:cBhvr>
                                    </p:animEffect>
                                  </p:childTnLst>
                                </p:cTn>
                              </p:par>
                            </p:childTnLst>
                          </p:cTn>
                        </p:par>
                      </p:childTnLst>
                    </p:cTn>
                  </p:par>
                  <p:par>
                    <p:cTn id="164" fill="hold" nodeType="clickPar">
                      <p:stCondLst>
                        <p:cond delay="indefinite"/>
                      </p:stCondLst>
                      <p:childTnLst>
                        <p:par>
                          <p:cTn id="165" fill="hold" nodeType="withGroup">
                            <p:stCondLst>
                              <p:cond delay="0"/>
                            </p:stCondLst>
                            <p:childTnLst>
                              <p:par>
                                <p:cTn id="166" presetID="10" presetClass="entr" presetSubtype="0" fill="hold" grpId="0" nodeType="clickEffect">
                                  <p:stCondLst>
                                    <p:cond delay="0"/>
                                  </p:stCondLst>
                                  <p:childTnLst>
                                    <p:set>
                                      <p:cBhvr>
                                        <p:cTn id="167" dur="1" fill="hold">
                                          <p:stCondLst>
                                            <p:cond delay="0"/>
                                          </p:stCondLst>
                                        </p:cTn>
                                        <p:tgtEl>
                                          <p:spTgt spid="676911"/>
                                        </p:tgtEl>
                                        <p:attrNameLst>
                                          <p:attrName>style.visibility</p:attrName>
                                        </p:attrNameLst>
                                      </p:cBhvr>
                                      <p:to>
                                        <p:strVal val="visible"/>
                                      </p:to>
                                    </p:set>
                                    <p:animEffect transition="in" filter="fade">
                                      <p:cBhvr>
                                        <p:cTn id="168" dur="500"/>
                                        <p:tgtEl>
                                          <p:spTgt spid="676911"/>
                                        </p:tgtEl>
                                      </p:cBhvr>
                                    </p:animEffect>
                                  </p:childTnLst>
                                </p:cTn>
                              </p:par>
                            </p:childTnLst>
                          </p:cTn>
                        </p:par>
                      </p:childTnLst>
                    </p:cTn>
                  </p:par>
                  <p:par>
                    <p:cTn id="169" fill="hold">
                      <p:stCondLst>
                        <p:cond delay="indefinite"/>
                      </p:stCondLst>
                      <p:childTnLst>
                        <p:par>
                          <p:cTn id="170" fill="hold">
                            <p:stCondLst>
                              <p:cond delay="0"/>
                            </p:stCondLst>
                            <p:childTnLst>
                              <p:par>
                                <p:cTn id="171" presetID="10" presetClass="entr" presetSubtype="0" fill="hold" grpId="0" nodeType="clickEffect">
                                  <p:stCondLst>
                                    <p:cond delay="0"/>
                                  </p:stCondLst>
                                  <p:childTnLst>
                                    <p:set>
                                      <p:cBhvr>
                                        <p:cTn id="172" dur="1" fill="hold">
                                          <p:stCondLst>
                                            <p:cond delay="0"/>
                                          </p:stCondLst>
                                        </p:cTn>
                                        <p:tgtEl>
                                          <p:spTgt spid="676913"/>
                                        </p:tgtEl>
                                        <p:attrNameLst>
                                          <p:attrName>style.visibility</p:attrName>
                                        </p:attrNameLst>
                                      </p:cBhvr>
                                      <p:to>
                                        <p:strVal val="visible"/>
                                      </p:to>
                                    </p:set>
                                    <p:animEffect transition="in" filter="fade">
                                      <p:cBhvr>
                                        <p:cTn id="173" dur="500"/>
                                        <p:tgtEl>
                                          <p:spTgt spid="676913"/>
                                        </p:tgtEl>
                                      </p:cBhvr>
                                    </p:animEffect>
                                  </p:childTnLst>
                                </p:cTn>
                              </p:par>
                            </p:childTnLst>
                          </p:cTn>
                        </p:par>
                      </p:childTnLst>
                    </p:cTn>
                  </p:par>
                  <p:par>
                    <p:cTn id="174" fill="hold">
                      <p:stCondLst>
                        <p:cond delay="indefinite"/>
                      </p:stCondLst>
                      <p:childTnLst>
                        <p:par>
                          <p:cTn id="175" fill="hold">
                            <p:stCondLst>
                              <p:cond delay="0"/>
                            </p:stCondLst>
                            <p:childTnLst>
                              <p:par>
                                <p:cTn id="176" presetID="10" presetClass="entr" presetSubtype="0" fill="hold" grpId="0" nodeType="clickEffect">
                                  <p:stCondLst>
                                    <p:cond delay="0"/>
                                  </p:stCondLst>
                                  <p:childTnLst>
                                    <p:set>
                                      <p:cBhvr>
                                        <p:cTn id="177" dur="1" fill="hold">
                                          <p:stCondLst>
                                            <p:cond delay="0"/>
                                          </p:stCondLst>
                                        </p:cTn>
                                        <p:tgtEl>
                                          <p:spTgt spid="91"/>
                                        </p:tgtEl>
                                        <p:attrNameLst>
                                          <p:attrName>style.visibility</p:attrName>
                                        </p:attrNameLst>
                                      </p:cBhvr>
                                      <p:to>
                                        <p:strVal val="visible"/>
                                      </p:to>
                                    </p:set>
                                    <p:animEffect transition="in" filter="fade">
                                      <p:cBhvr>
                                        <p:cTn id="178" dur="500"/>
                                        <p:tgtEl>
                                          <p:spTgt spid="91"/>
                                        </p:tgtEl>
                                      </p:cBhvr>
                                    </p:animEffect>
                                  </p:childTnLst>
                                </p:cTn>
                              </p:par>
                              <p:par>
                                <p:cTn id="179" presetID="10" presetClass="exit" presetSubtype="0" fill="hold" grpId="0" nodeType="withEffect">
                                  <p:stCondLst>
                                    <p:cond delay="0"/>
                                  </p:stCondLst>
                                  <p:childTnLst>
                                    <p:animEffect transition="out" filter="fade">
                                      <p:cBhvr>
                                        <p:cTn id="180" dur="500"/>
                                        <p:tgtEl>
                                          <p:spTgt spid="67"/>
                                        </p:tgtEl>
                                      </p:cBhvr>
                                    </p:animEffect>
                                    <p:set>
                                      <p:cBhvr>
                                        <p:cTn id="181" dur="1" fill="hold">
                                          <p:stCondLst>
                                            <p:cond delay="499"/>
                                          </p:stCondLst>
                                        </p:cTn>
                                        <p:tgtEl>
                                          <p:spTgt spid="67"/>
                                        </p:tgtEl>
                                        <p:attrNameLst>
                                          <p:attrName>style.visibility</p:attrName>
                                        </p:attrNameLst>
                                      </p:cBhvr>
                                      <p:to>
                                        <p:strVal val="hidden"/>
                                      </p:to>
                                    </p:set>
                                  </p:childTnLst>
                                </p:cTn>
                              </p:par>
                              <p:par>
                                <p:cTn id="182" presetID="10" presetClass="exit" presetSubtype="0" fill="hold" grpId="0" nodeType="withEffect">
                                  <p:stCondLst>
                                    <p:cond delay="0"/>
                                  </p:stCondLst>
                                  <p:childTnLst>
                                    <p:animEffect transition="out" filter="fade">
                                      <p:cBhvr>
                                        <p:cTn id="183" dur="500"/>
                                        <p:tgtEl>
                                          <p:spTgt spid="68"/>
                                        </p:tgtEl>
                                      </p:cBhvr>
                                    </p:animEffect>
                                    <p:set>
                                      <p:cBhvr>
                                        <p:cTn id="184" dur="1" fill="hold">
                                          <p:stCondLst>
                                            <p:cond delay="499"/>
                                          </p:stCondLst>
                                        </p:cTn>
                                        <p:tgtEl>
                                          <p:spTgt spid="68"/>
                                        </p:tgtEl>
                                        <p:attrNameLst>
                                          <p:attrName>style.visibility</p:attrName>
                                        </p:attrNameLst>
                                      </p:cBhvr>
                                      <p:to>
                                        <p:strVal val="hidden"/>
                                      </p:to>
                                    </p:set>
                                  </p:childTnLst>
                                </p:cTn>
                              </p:par>
                              <p:par>
                                <p:cTn id="185" presetID="10" presetClass="exit" presetSubtype="0" fill="hold" grpId="0" nodeType="withEffect">
                                  <p:stCondLst>
                                    <p:cond delay="0"/>
                                  </p:stCondLst>
                                  <p:childTnLst>
                                    <p:animEffect transition="out" filter="fade">
                                      <p:cBhvr>
                                        <p:cTn id="186" dur="500"/>
                                        <p:tgtEl>
                                          <p:spTgt spid="69"/>
                                        </p:tgtEl>
                                      </p:cBhvr>
                                    </p:animEffect>
                                    <p:set>
                                      <p:cBhvr>
                                        <p:cTn id="187" dur="1" fill="hold">
                                          <p:stCondLst>
                                            <p:cond delay="499"/>
                                          </p:stCondLst>
                                        </p:cTn>
                                        <p:tgtEl>
                                          <p:spTgt spid="69"/>
                                        </p:tgtEl>
                                        <p:attrNameLst>
                                          <p:attrName>style.visibility</p:attrName>
                                        </p:attrNameLst>
                                      </p:cBhvr>
                                      <p:to>
                                        <p:strVal val="hidden"/>
                                      </p:to>
                                    </p:set>
                                  </p:childTnLst>
                                </p:cTn>
                              </p:par>
                              <p:par>
                                <p:cTn id="188" presetID="10" presetClass="exit" presetSubtype="0" fill="hold" grpId="0" nodeType="withEffect">
                                  <p:stCondLst>
                                    <p:cond delay="0"/>
                                  </p:stCondLst>
                                  <p:childTnLst>
                                    <p:animEffect transition="out" filter="fade">
                                      <p:cBhvr>
                                        <p:cTn id="189" dur="500"/>
                                        <p:tgtEl>
                                          <p:spTgt spid="70"/>
                                        </p:tgtEl>
                                      </p:cBhvr>
                                    </p:animEffect>
                                    <p:set>
                                      <p:cBhvr>
                                        <p:cTn id="190" dur="1" fill="hold">
                                          <p:stCondLst>
                                            <p:cond delay="499"/>
                                          </p:stCondLst>
                                        </p:cTn>
                                        <p:tgtEl>
                                          <p:spTgt spid="70"/>
                                        </p:tgtEl>
                                        <p:attrNameLst>
                                          <p:attrName>style.visibility</p:attrName>
                                        </p:attrNameLst>
                                      </p:cBhvr>
                                      <p:to>
                                        <p:strVal val="hidden"/>
                                      </p:to>
                                    </p:set>
                                  </p:childTnLst>
                                </p:cTn>
                              </p:par>
                              <p:par>
                                <p:cTn id="191" presetID="10" presetClass="exit" presetSubtype="0" fill="hold" grpId="0" nodeType="withEffect">
                                  <p:stCondLst>
                                    <p:cond delay="0"/>
                                  </p:stCondLst>
                                  <p:childTnLst>
                                    <p:animEffect transition="out" filter="fade">
                                      <p:cBhvr>
                                        <p:cTn id="192" dur="500"/>
                                        <p:tgtEl>
                                          <p:spTgt spid="71"/>
                                        </p:tgtEl>
                                      </p:cBhvr>
                                    </p:animEffect>
                                    <p:set>
                                      <p:cBhvr>
                                        <p:cTn id="193" dur="1" fill="hold">
                                          <p:stCondLst>
                                            <p:cond delay="499"/>
                                          </p:stCondLst>
                                        </p:cTn>
                                        <p:tgtEl>
                                          <p:spTgt spid="71"/>
                                        </p:tgtEl>
                                        <p:attrNameLst>
                                          <p:attrName>style.visibility</p:attrName>
                                        </p:attrNameLst>
                                      </p:cBhvr>
                                      <p:to>
                                        <p:strVal val="hidden"/>
                                      </p:to>
                                    </p:set>
                                  </p:childTnLst>
                                </p:cTn>
                              </p:par>
                              <p:par>
                                <p:cTn id="194" presetID="10" presetClass="exit" presetSubtype="0" fill="hold" grpId="0" nodeType="withEffect">
                                  <p:stCondLst>
                                    <p:cond delay="0"/>
                                  </p:stCondLst>
                                  <p:childTnLst>
                                    <p:animEffect transition="out" filter="fade">
                                      <p:cBhvr>
                                        <p:cTn id="195" dur="500"/>
                                        <p:tgtEl>
                                          <p:spTgt spid="72"/>
                                        </p:tgtEl>
                                      </p:cBhvr>
                                    </p:animEffect>
                                    <p:set>
                                      <p:cBhvr>
                                        <p:cTn id="196" dur="1" fill="hold">
                                          <p:stCondLst>
                                            <p:cond delay="499"/>
                                          </p:stCondLst>
                                        </p:cTn>
                                        <p:tgtEl>
                                          <p:spTgt spid="72"/>
                                        </p:tgtEl>
                                        <p:attrNameLst>
                                          <p:attrName>style.visibility</p:attrName>
                                        </p:attrNameLst>
                                      </p:cBhvr>
                                      <p:to>
                                        <p:strVal val="hidden"/>
                                      </p:to>
                                    </p:set>
                                  </p:childTnLst>
                                </p:cTn>
                              </p:par>
                              <p:par>
                                <p:cTn id="197" presetID="42" presetClass="path" presetSubtype="0" accel="50000" decel="50000" fill="hold" grpId="5" nodeType="withEffect">
                                  <p:stCondLst>
                                    <p:cond delay="0"/>
                                  </p:stCondLst>
                                  <p:childTnLst>
                                    <p:animMotion origin="layout" path="M 0.07604 -0.27569 L 0.00013 -0.38982 " pathEditMode="relative" rAng="0" ptsTypes="AA">
                                      <p:cBhvr>
                                        <p:cTn id="198" dur="2000" fill="hold"/>
                                        <p:tgtEl>
                                          <p:spTgt spid="92"/>
                                        </p:tgtEl>
                                        <p:attrNameLst>
                                          <p:attrName>ppt_x</p:attrName>
                                          <p:attrName>ppt_y</p:attrName>
                                        </p:attrNameLst>
                                      </p:cBhvr>
                                      <p:rCtr x="-3802" y="-5718"/>
                                    </p:animMotion>
                                  </p:childTnLst>
                                </p:cTn>
                              </p:par>
                            </p:childTnLst>
                          </p:cTn>
                        </p:par>
                      </p:childTnLst>
                    </p:cTn>
                  </p:par>
                  <p:par>
                    <p:cTn id="199" fill="hold">
                      <p:stCondLst>
                        <p:cond delay="indefinite"/>
                      </p:stCondLst>
                      <p:childTnLst>
                        <p:par>
                          <p:cTn id="200" fill="hold">
                            <p:stCondLst>
                              <p:cond delay="0"/>
                            </p:stCondLst>
                            <p:childTnLst>
                              <p:par>
                                <p:cTn id="201" presetID="10" presetClass="entr" presetSubtype="0" fill="hold" grpId="0" nodeType="clickEffect">
                                  <p:stCondLst>
                                    <p:cond delay="0"/>
                                  </p:stCondLst>
                                  <p:childTnLst>
                                    <p:set>
                                      <p:cBhvr>
                                        <p:cTn id="202" dur="1" fill="hold">
                                          <p:stCondLst>
                                            <p:cond delay="0"/>
                                          </p:stCondLst>
                                        </p:cTn>
                                        <p:tgtEl>
                                          <p:spTgt spid="676912"/>
                                        </p:tgtEl>
                                        <p:attrNameLst>
                                          <p:attrName>style.visibility</p:attrName>
                                        </p:attrNameLst>
                                      </p:cBhvr>
                                      <p:to>
                                        <p:strVal val="visible"/>
                                      </p:to>
                                    </p:set>
                                    <p:animEffect transition="in" filter="fade">
                                      <p:cBhvr>
                                        <p:cTn id="203" dur="500"/>
                                        <p:tgtEl>
                                          <p:spTgt spid="676912"/>
                                        </p:tgtEl>
                                      </p:cBhvr>
                                    </p:animEffect>
                                  </p:childTnLst>
                                </p:cTn>
                              </p:par>
                            </p:childTnLst>
                          </p:cTn>
                        </p:par>
                      </p:childTnLst>
                    </p:cTn>
                  </p:par>
                  <p:par>
                    <p:cTn id="204" fill="hold">
                      <p:stCondLst>
                        <p:cond delay="indefinite"/>
                      </p:stCondLst>
                      <p:childTnLst>
                        <p:par>
                          <p:cTn id="205" fill="hold">
                            <p:stCondLst>
                              <p:cond delay="0"/>
                            </p:stCondLst>
                            <p:childTnLst>
                              <p:par>
                                <p:cTn id="206" presetID="10" presetClass="entr" presetSubtype="0" fill="hold" grpId="0" nodeType="clickEffect">
                                  <p:stCondLst>
                                    <p:cond delay="0"/>
                                  </p:stCondLst>
                                  <p:childTnLst>
                                    <p:set>
                                      <p:cBhvr>
                                        <p:cTn id="207" dur="1" fill="hold">
                                          <p:stCondLst>
                                            <p:cond delay="0"/>
                                          </p:stCondLst>
                                        </p:cTn>
                                        <p:tgtEl>
                                          <p:spTgt spid="86"/>
                                        </p:tgtEl>
                                        <p:attrNameLst>
                                          <p:attrName>style.visibility</p:attrName>
                                        </p:attrNameLst>
                                      </p:cBhvr>
                                      <p:to>
                                        <p:strVal val="visible"/>
                                      </p:to>
                                    </p:set>
                                    <p:animEffect transition="in" filter="fade">
                                      <p:cBhvr>
                                        <p:cTn id="208" dur="500"/>
                                        <p:tgtEl>
                                          <p:spTgt spid="86"/>
                                        </p:tgtEl>
                                      </p:cBhvr>
                                    </p:animEffect>
                                  </p:childTnLst>
                                </p:cTn>
                              </p:par>
                            </p:childTnLst>
                          </p:cTn>
                        </p:par>
                      </p:childTnLst>
                    </p:cTn>
                  </p:par>
                  <p:par>
                    <p:cTn id="209" fill="hold">
                      <p:stCondLst>
                        <p:cond delay="indefinite"/>
                      </p:stCondLst>
                      <p:childTnLst>
                        <p:par>
                          <p:cTn id="210" fill="hold">
                            <p:stCondLst>
                              <p:cond delay="0"/>
                            </p:stCondLst>
                            <p:childTnLst>
                              <p:par>
                                <p:cTn id="211" presetID="10" presetClass="entr" presetSubtype="0" fill="hold" nodeType="clickEffect">
                                  <p:stCondLst>
                                    <p:cond delay="0"/>
                                  </p:stCondLst>
                                  <p:childTnLst>
                                    <p:set>
                                      <p:cBhvr>
                                        <p:cTn id="212" dur="1" fill="hold">
                                          <p:stCondLst>
                                            <p:cond delay="0"/>
                                          </p:stCondLst>
                                        </p:cTn>
                                        <p:tgtEl>
                                          <p:spTgt spid="676914">
                                            <p:txEl>
                                              <p:pRg st="0" end="0"/>
                                            </p:txEl>
                                          </p:spTgt>
                                        </p:tgtEl>
                                        <p:attrNameLst>
                                          <p:attrName>style.visibility</p:attrName>
                                        </p:attrNameLst>
                                      </p:cBhvr>
                                      <p:to>
                                        <p:strVal val="visible"/>
                                      </p:to>
                                    </p:set>
                                    <p:animEffect transition="in" filter="fade">
                                      <p:cBhvr>
                                        <p:cTn id="213" dur="500"/>
                                        <p:tgtEl>
                                          <p:spTgt spid="676914">
                                            <p:txEl>
                                              <p:pRg st="0" end="0"/>
                                            </p:txEl>
                                          </p:spTgt>
                                        </p:tgtEl>
                                      </p:cBhvr>
                                    </p:animEffect>
                                  </p:childTnLst>
                                </p:cTn>
                              </p:par>
                            </p:childTnLst>
                          </p:cTn>
                        </p:par>
                      </p:childTnLst>
                    </p:cTn>
                  </p:par>
                  <p:par>
                    <p:cTn id="214" fill="hold" nodeType="clickPar">
                      <p:stCondLst>
                        <p:cond delay="indefinite"/>
                      </p:stCondLst>
                      <p:childTnLst>
                        <p:par>
                          <p:cTn id="215" fill="hold" nodeType="withGroup">
                            <p:stCondLst>
                              <p:cond delay="0"/>
                            </p:stCondLst>
                            <p:childTnLst>
                              <p:par>
                                <p:cTn id="216" presetID="10" presetClass="entr" presetSubtype="0" fill="hold" grpId="0" nodeType="clickEffect">
                                  <p:stCondLst>
                                    <p:cond delay="0"/>
                                  </p:stCondLst>
                                  <p:childTnLst>
                                    <p:set>
                                      <p:cBhvr>
                                        <p:cTn id="217" dur="1" fill="hold">
                                          <p:stCondLst>
                                            <p:cond delay="0"/>
                                          </p:stCondLst>
                                        </p:cTn>
                                        <p:tgtEl>
                                          <p:spTgt spid="676915"/>
                                        </p:tgtEl>
                                        <p:attrNameLst>
                                          <p:attrName>style.visibility</p:attrName>
                                        </p:attrNameLst>
                                      </p:cBhvr>
                                      <p:to>
                                        <p:strVal val="visible"/>
                                      </p:to>
                                    </p:set>
                                    <p:animEffect transition="in" filter="fade">
                                      <p:cBhvr>
                                        <p:cTn id="218" dur="500"/>
                                        <p:tgtEl>
                                          <p:spTgt spid="676915"/>
                                        </p:tgtEl>
                                      </p:cBhvr>
                                    </p:animEffect>
                                  </p:childTnLst>
                                </p:cTn>
                              </p:par>
                            </p:childTnLst>
                          </p:cTn>
                        </p:par>
                      </p:childTnLst>
                    </p:cTn>
                  </p:par>
                  <p:par>
                    <p:cTn id="219" fill="hold">
                      <p:stCondLst>
                        <p:cond delay="indefinite"/>
                      </p:stCondLst>
                      <p:childTnLst>
                        <p:par>
                          <p:cTn id="220" fill="hold">
                            <p:stCondLst>
                              <p:cond delay="0"/>
                            </p:stCondLst>
                            <p:childTnLst>
                              <p:par>
                                <p:cTn id="221" presetID="10" presetClass="entr" presetSubtype="0" fill="hold" grpId="0" nodeType="clickEffect">
                                  <p:stCondLst>
                                    <p:cond delay="0"/>
                                  </p:stCondLst>
                                  <p:childTnLst>
                                    <p:set>
                                      <p:cBhvr>
                                        <p:cTn id="222" dur="1" fill="hold">
                                          <p:stCondLst>
                                            <p:cond delay="0"/>
                                          </p:stCondLst>
                                        </p:cTn>
                                        <p:tgtEl>
                                          <p:spTgt spid="87"/>
                                        </p:tgtEl>
                                        <p:attrNameLst>
                                          <p:attrName>style.visibility</p:attrName>
                                        </p:attrNameLst>
                                      </p:cBhvr>
                                      <p:to>
                                        <p:strVal val="visible"/>
                                      </p:to>
                                    </p:set>
                                    <p:animEffect transition="in" filter="fade">
                                      <p:cBhvr>
                                        <p:cTn id="223"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892" grpId="0"/>
      <p:bldP spid="676895" grpId="0"/>
      <p:bldP spid="676896" grpId="0"/>
      <p:bldP spid="676897" grpId="0"/>
      <p:bldP spid="676898" grpId="0"/>
      <p:bldP spid="676899" grpId="0"/>
      <p:bldP spid="676900" grpId="0"/>
      <p:bldP spid="676901" grpId="0"/>
      <p:bldP spid="676902" grpId="0"/>
      <p:bldP spid="676903" grpId="0"/>
      <p:bldP spid="676904" grpId="0"/>
      <p:bldP spid="676905" grpId="0"/>
      <p:bldP spid="676906" grpId="0"/>
      <p:bldP spid="676907" grpId="0"/>
      <p:bldP spid="676908" grpId="0"/>
      <p:bldP spid="676909" grpId="0"/>
      <p:bldP spid="676910" grpId="0"/>
      <p:bldP spid="676911" grpId="0"/>
      <p:bldP spid="676912" grpId="0"/>
      <p:bldP spid="676913" grpId="0"/>
      <p:bldP spid="676915" grpId="0"/>
      <p:bldP spid="67" grpId="0" animBg="1"/>
      <p:bldP spid="68" grpId="0" animBg="1"/>
      <p:bldP spid="69" grpId="0" animBg="1"/>
      <p:bldP spid="70" grpId="0"/>
      <p:bldP spid="71" grpId="0"/>
      <p:bldP spid="72" grpId="0"/>
      <p:bldP spid="73" grpId="0" animBg="1"/>
      <p:bldP spid="74" grpId="0" animBg="1"/>
      <p:bldP spid="75" grpId="0" animBg="1"/>
      <p:bldP spid="76" grpId="0"/>
      <p:bldP spid="77" grpId="0"/>
      <p:bldP spid="78" grpId="0" animBg="1"/>
      <p:bldP spid="79" grpId="0" animBg="1"/>
      <p:bldP spid="80" grpId="0"/>
      <p:bldP spid="83" grpId="0"/>
      <p:bldP spid="84" grpId="0"/>
      <p:bldP spid="92" grpId="0" animBg="1"/>
      <p:bldP spid="92" grpId="1" animBg="1"/>
      <p:bldP spid="92" grpId="2" animBg="1"/>
      <p:bldP spid="92" grpId="3" animBg="1"/>
      <p:bldP spid="92" grpId="4" animBg="1"/>
      <p:bldP spid="92" grpId="5" animBg="1"/>
      <p:bldP spid="81" grpId="0"/>
      <p:bldP spid="82" grpId="0"/>
      <p:bldP spid="85" grpId="0"/>
      <p:bldP spid="86" grpId="0"/>
      <p:bldP spid="87" grpId="0"/>
      <p:bldP spid="88" grpId="0"/>
      <p:bldP spid="89" grpId="0"/>
      <p:bldP spid="90" grpId="0"/>
      <p:bldP spid="9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BF713F4-58F6-4315-84E4-2533703AD580}"/>
              </a:ext>
            </a:extLst>
          </p:cNvPr>
          <p:cNvSpPr>
            <a:spLocks noGrp="1"/>
          </p:cNvSpPr>
          <p:nvPr>
            <p:ph idx="1"/>
          </p:nvPr>
        </p:nvSpPr>
        <p:spPr/>
        <p:txBody>
          <a:bodyPr/>
          <a:lstStyle/>
          <a:p>
            <a:r>
              <a:rPr lang="zh-CN" altLang="en-US" dirty="0"/>
              <a:t>在</a:t>
            </a:r>
            <a:r>
              <a:rPr lang="en-US" altLang="zh-CN" dirty="0" err="1"/>
              <a:t>LR</a:t>
            </a:r>
            <a:r>
              <a:rPr lang="zh-CN" altLang="en-US" dirty="0"/>
              <a:t>分析的过程中，每一步都在判断符号栈顶是否形成了一个</a:t>
            </a:r>
            <a:r>
              <a:rPr lang="zh-CN" altLang="en-US" dirty="0">
                <a:solidFill>
                  <a:srgbClr val="EE853E"/>
                </a:solidFill>
              </a:rPr>
              <a:t>可归约串</a:t>
            </a:r>
            <a:r>
              <a:rPr lang="zh-CN" altLang="en-US" dirty="0"/>
              <a:t>：</a:t>
            </a:r>
            <a:endParaRPr lang="en-US" altLang="zh-CN" dirty="0"/>
          </a:p>
          <a:p>
            <a:r>
              <a:rPr lang="en-US" altLang="zh-CN" dirty="0"/>
              <a:t>1.	</a:t>
            </a:r>
            <a:r>
              <a:rPr lang="zh-CN" altLang="en-US" dirty="0"/>
              <a:t>如果形成，下一步进行</a:t>
            </a:r>
            <a:r>
              <a:rPr lang="zh-CN" altLang="en-US" dirty="0">
                <a:solidFill>
                  <a:srgbClr val="EE853E"/>
                </a:solidFill>
              </a:rPr>
              <a:t>归约</a:t>
            </a:r>
            <a:r>
              <a:rPr lang="zh-CN" altLang="en-US" dirty="0"/>
              <a:t>操作。</a:t>
            </a:r>
            <a:endParaRPr lang="en-US" altLang="zh-CN" dirty="0"/>
          </a:p>
          <a:p>
            <a:r>
              <a:rPr lang="en-US" altLang="zh-CN" dirty="0"/>
              <a:t>2.	</a:t>
            </a:r>
            <a:r>
              <a:rPr lang="zh-CN" altLang="en-US" dirty="0"/>
              <a:t>如果未形成，则下一步进行</a:t>
            </a:r>
            <a:r>
              <a:rPr lang="zh-CN" altLang="en-US" dirty="0">
                <a:solidFill>
                  <a:srgbClr val="EE853E"/>
                </a:solidFill>
              </a:rPr>
              <a:t>移进</a:t>
            </a:r>
            <a:r>
              <a:rPr lang="zh-CN" altLang="en-US" dirty="0"/>
              <a:t>操作。</a:t>
            </a:r>
            <a:endParaRPr lang="en-US" altLang="zh-CN" dirty="0"/>
          </a:p>
          <a:p>
            <a:endParaRPr lang="en-US" altLang="zh-CN" dirty="0"/>
          </a:p>
          <a:p>
            <a:r>
              <a:rPr lang="zh-CN" altLang="en-US" dirty="0"/>
              <a:t>注：可归约串为语法树</a:t>
            </a:r>
            <a:r>
              <a:rPr lang="zh-CN" altLang="en-US" dirty="0">
                <a:solidFill>
                  <a:srgbClr val="EE853E"/>
                </a:solidFill>
              </a:rPr>
              <a:t>最左端的只有两层的子树的边缘</a:t>
            </a:r>
            <a:r>
              <a:rPr lang="en-US" altLang="zh-CN" dirty="0"/>
              <a:t>——</a:t>
            </a:r>
            <a:r>
              <a:rPr lang="zh-CN" altLang="en-US" dirty="0">
                <a:solidFill>
                  <a:srgbClr val="EE853E"/>
                </a:solidFill>
              </a:rPr>
              <a:t>句柄</a:t>
            </a:r>
            <a:r>
              <a:rPr lang="zh-CN" altLang="en-US" dirty="0"/>
              <a:t>。将句柄归约为相应产生式的左端，这是一种</a:t>
            </a:r>
            <a:r>
              <a:rPr lang="zh-CN" altLang="en-US" dirty="0">
                <a:solidFill>
                  <a:srgbClr val="EE853E"/>
                </a:solidFill>
              </a:rPr>
              <a:t>规范归约</a:t>
            </a:r>
            <a:r>
              <a:rPr lang="zh-CN" altLang="en-US" dirty="0"/>
              <a:t>。</a:t>
            </a:r>
          </a:p>
        </p:txBody>
      </p:sp>
      <p:sp>
        <p:nvSpPr>
          <p:cNvPr id="3" name="标题 2">
            <a:extLst>
              <a:ext uri="{FF2B5EF4-FFF2-40B4-BE49-F238E27FC236}">
                <a16:creationId xmlns:a16="http://schemas.microsoft.com/office/drawing/2014/main" id="{A01A05B5-6F5F-4C9C-A8B6-6B290489CE18}"/>
              </a:ext>
            </a:extLst>
          </p:cNvPr>
          <p:cNvSpPr>
            <a:spLocks noGrp="1"/>
          </p:cNvSpPr>
          <p:nvPr>
            <p:ph type="title"/>
          </p:nvPr>
        </p:nvSpPr>
        <p:spPr/>
        <p:txBody>
          <a:bodyPr/>
          <a:lstStyle/>
          <a:p>
            <a:r>
              <a:rPr lang="zh-CN" altLang="en-US" dirty="0"/>
              <a:t>规范归约</a:t>
            </a:r>
          </a:p>
        </p:txBody>
      </p:sp>
    </p:spTree>
    <p:extLst>
      <p:ext uri="{BB962C8B-B14F-4D97-AF65-F5344CB8AC3E}">
        <p14:creationId xmlns:p14="http://schemas.microsoft.com/office/powerpoint/2010/main" val="288055731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项目、项目集、项目集规范族</a:t>
            </a:r>
            <a:endParaRPr lang="en-US" altLang="zh-CN" dirty="0"/>
          </a:p>
          <a:p>
            <a:r>
              <a:rPr lang="zh-CN" altLang="en-US" dirty="0"/>
              <a:t>状态转换图</a:t>
            </a:r>
          </a:p>
          <a:p>
            <a:r>
              <a:rPr lang="en-US" altLang="zh-CN" dirty="0" err="1"/>
              <a:t>LR</a:t>
            </a:r>
            <a:r>
              <a:rPr lang="zh-CN" altLang="en-US" dirty="0"/>
              <a:t>分析表的构造</a:t>
            </a:r>
          </a:p>
        </p:txBody>
      </p:sp>
      <p:sp>
        <p:nvSpPr>
          <p:cNvPr id="3" name="标题 2"/>
          <p:cNvSpPr>
            <a:spLocks noGrp="1"/>
          </p:cNvSpPr>
          <p:nvPr>
            <p:ph type="title"/>
          </p:nvPr>
        </p:nvSpPr>
        <p:spPr/>
        <p:txBody>
          <a:bodyPr/>
          <a:lstStyle/>
          <a:p>
            <a:r>
              <a:rPr lang="en-US" altLang="zh-CN" dirty="0"/>
              <a:t>LR</a:t>
            </a:r>
            <a:r>
              <a:rPr lang="zh-CN" altLang="en-US" dirty="0"/>
              <a:t>分析表的构造</a:t>
            </a:r>
          </a:p>
        </p:txBody>
      </p:sp>
    </p:spTree>
    <p:extLst>
      <p:ext uri="{BB962C8B-B14F-4D97-AF65-F5344CB8AC3E}">
        <p14:creationId xmlns:p14="http://schemas.microsoft.com/office/powerpoint/2010/main" val="219850904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9" name="Rectangle 3"/>
          <p:cNvSpPr>
            <a:spLocks noGrp="1" noChangeArrowheads="1"/>
          </p:cNvSpPr>
          <p:nvPr>
            <p:ph idx="1"/>
          </p:nvPr>
        </p:nvSpPr>
        <p:spPr/>
        <p:txBody>
          <a:bodyPr/>
          <a:lstStyle/>
          <a:p>
            <a:r>
              <a:rPr lang="en-US" altLang="zh-CN" dirty="0"/>
              <a:t>1.	</a:t>
            </a:r>
            <a:r>
              <a:rPr lang="zh-CN" altLang="en-US" dirty="0"/>
              <a:t>句柄尚未出现在栈顶</a:t>
            </a:r>
            <a:endParaRPr lang="en-US" altLang="zh-CN" dirty="0"/>
          </a:p>
          <a:p>
            <a:r>
              <a:rPr lang="en-US" altLang="zh-CN" dirty="0">
                <a:sym typeface="Symbol" pitchFamily="18" charset="2"/>
              </a:rPr>
              <a:t>	</a:t>
            </a:r>
            <a:r>
              <a:rPr lang="zh-CN" altLang="en-US" dirty="0">
                <a:sym typeface="Symbol" pitchFamily="18" charset="2"/>
              </a:rPr>
              <a:t>此时应进行移近操作，</a:t>
            </a:r>
            <a:r>
              <a:rPr lang="zh-CN" altLang="en-US" dirty="0"/>
              <a:t>期待从输入串中移进（识别）句柄。</a:t>
            </a:r>
            <a:endParaRPr lang="zh-CN" altLang="en-US" dirty="0">
              <a:sym typeface="Symbol" pitchFamily="18" charset="2"/>
            </a:endParaRPr>
          </a:p>
          <a:p>
            <a:r>
              <a:rPr lang="en-US" altLang="zh-CN" dirty="0"/>
              <a:t>2.	</a:t>
            </a:r>
            <a:r>
              <a:rPr lang="zh-CN" altLang="en-US" dirty="0"/>
              <a:t>句柄已部分出现在栈顶</a:t>
            </a:r>
            <a:br>
              <a:rPr lang="zh-CN" altLang="en-US" dirty="0">
                <a:sym typeface="Symbol" pitchFamily="18" charset="2"/>
              </a:rPr>
            </a:br>
            <a:r>
              <a:rPr lang="en-US" altLang="zh-CN" dirty="0">
                <a:sym typeface="Symbol" pitchFamily="18" charset="2"/>
              </a:rPr>
              <a:t>	</a:t>
            </a:r>
            <a:r>
              <a:rPr lang="zh-CN" altLang="en-US" dirty="0">
                <a:sym typeface="Symbol" pitchFamily="18" charset="2"/>
              </a:rPr>
              <a:t>此时应进行移近操作，</a:t>
            </a:r>
            <a:r>
              <a:rPr lang="zh-CN" altLang="en-US" dirty="0"/>
              <a:t>期待从输入串中移进（识别）句柄的剩余部分</a:t>
            </a:r>
            <a:r>
              <a:rPr lang="zh-CN" altLang="en-US" dirty="0">
                <a:sym typeface="Symbol" pitchFamily="18" charset="2"/>
              </a:rPr>
              <a:t>。</a:t>
            </a:r>
          </a:p>
          <a:p>
            <a:r>
              <a:rPr lang="en-US" altLang="zh-CN" dirty="0"/>
              <a:t>3.	</a:t>
            </a:r>
            <a:r>
              <a:rPr lang="zh-CN" altLang="en-US" dirty="0"/>
              <a:t>句柄</a:t>
            </a:r>
            <a:r>
              <a:rPr lang="zh-CN" altLang="en-US"/>
              <a:t>已完全出现在栈顶</a:t>
            </a:r>
            <a:br>
              <a:rPr lang="zh-CN" altLang="en-US" dirty="0">
                <a:sym typeface="Symbol" pitchFamily="18" charset="2"/>
              </a:rPr>
            </a:br>
            <a:r>
              <a:rPr lang="en-US" altLang="zh-CN" dirty="0">
                <a:sym typeface="Symbol" pitchFamily="18" charset="2"/>
              </a:rPr>
              <a:t>	</a:t>
            </a:r>
            <a:r>
              <a:rPr lang="zh-CN" altLang="en-US" dirty="0">
                <a:sym typeface="Symbol" pitchFamily="18" charset="2"/>
              </a:rPr>
              <a:t>此时应进行归约操作，将句柄归约为相应产生式的左端。</a:t>
            </a:r>
          </a:p>
        </p:txBody>
      </p:sp>
      <p:sp>
        <p:nvSpPr>
          <p:cNvPr id="73731" name="Rectangle 2"/>
          <p:cNvSpPr>
            <a:spLocks noGrp="1" noChangeArrowheads="1"/>
          </p:cNvSpPr>
          <p:nvPr>
            <p:ph type="title"/>
          </p:nvPr>
        </p:nvSpPr>
        <p:spPr/>
        <p:txBody>
          <a:bodyPr/>
          <a:lstStyle/>
          <a:p>
            <a:r>
              <a:rPr lang="zh-CN" altLang="en-US" dirty="0"/>
              <a:t>句柄与符号栈的关系</a:t>
            </a:r>
          </a:p>
        </p:txBody>
      </p:sp>
    </p:spTree>
    <p:extLst>
      <p:ext uri="{BB962C8B-B14F-4D97-AF65-F5344CB8AC3E}">
        <p14:creationId xmlns:p14="http://schemas.microsoft.com/office/powerpoint/2010/main" val="370554307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2" name="Rectangle 2"/>
          <p:cNvSpPr>
            <a:spLocks noGrp="1" noChangeArrowheads="1"/>
          </p:cNvSpPr>
          <p:nvPr>
            <p:ph idx="1"/>
          </p:nvPr>
        </p:nvSpPr>
        <p:spPr/>
        <p:txBody>
          <a:bodyPr>
            <a:normAutofit/>
          </a:bodyPr>
          <a:lstStyle/>
          <a:p>
            <a:r>
              <a:rPr lang="zh-CN" altLang="en-US" dirty="0">
                <a:solidFill>
                  <a:srgbClr val="EE853E"/>
                </a:solidFill>
              </a:rPr>
              <a:t>项目的概念</a:t>
            </a:r>
            <a:endParaRPr lang="en-US" altLang="zh-CN" dirty="0"/>
          </a:p>
          <a:p>
            <a:r>
              <a:rPr lang="zh-CN" altLang="en-US" dirty="0"/>
              <a:t>在产生式右部添加一个圆点，用于表示句柄与符号栈之间的三种关系：</a:t>
            </a:r>
            <a:endParaRPr lang="en-US" altLang="zh-CN" dirty="0"/>
          </a:p>
          <a:p>
            <a:r>
              <a:rPr lang="en-US" altLang="zh-CN" dirty="0"/>
              <a:t>A→•</a:t>
            </a:r>
            <a:r>
              <a:rPr lang="el-GR" altLang="zh-CN" dirty="0">
                <a:sym typeface="Symbol" pitchFamily="18" charset="2"/>
              </a:rPr>
              <a:t>αβ</a:t>
            </a:r>
            <a:r>
              <a:rPr lang="zh-CN" altLang="en-US" dirty="0"/>
              <a:t>、</a:t>
            </a:r>
            <a:r>
              <a:rPr lang="en-US" altLang="zh-CN" dirty="0"/>
              <a:t>A→</a:t>
            </a:r>
            <a:r>
              <a:rPr lang="el-GR" altLang="zh-CN" dirty="0">
                <a:sym typeface="Symbol" pitchFamily="18" charset="2"/>
              </a:rPr>
              <a:t>α</a:t>
            </a:r>
            <a:r>
              <a:rPr lang="en-US" altLang="zh-CN" dirty="0"/>
              <a:t>•</a:t>
            </a:r>
            <a:r>
              <a:rPr lang="el-GR" altLang="zh-CN" dirty="0">
                <a:sym typeface="Symbol" pitchFamily="18" charset="2"/>
              </a:rPr>
              <a:t>β</a:t>
            </a:r>
            <a:r>
              <a:rPr lang="zh-CN" altLang="en-US" dirty="0"/>
              <a:t>、</a:t>
            </a:r>
            <a:r>
              <a:rPr lang="en-US" altLang="zh-CN" dirty="0"/>
              <a:t>A→</a:t>
            </a:r>
            <a:r>
              <a:rPr lang="el-GR" altLang="zh-CN" dirty="0">
                <a:sym typeface="Symbol" pitchFamily="18" charset="2"/>
              </a:rPr>
              <a:t>αβ</a:t>
            </a:r>
            <a:r>
              <a:rPr lang="en-US" altLang="zh-CN" dirty="0"/>
              <a:t>•</a:t>
            </a:r>
          </a:p>
          <a:p>
            <a:endParaRPr lang="en-US" altLang="zh-CN" dirty="0"/>
          </a:p>
          <a:p>
            <a:r>
              <a:rPr lang="zh-CN" altLang="en-US" dirty="0">
                <a:solidFill>
                  <a:srgbClr val="EE853E"/>
                </a:solidFill>
              </a:rPr>
              <a:t>项目的分类</a:t>
            </a:r>
            <a:endParaRPr lang="zh-CN" altLang="en-US" dirty="0"/>
          </a:p>
          <a:p>
            <a:r>
              <a:rPr lang="zh-CN" altLang="en-US" dirty="0"/>
              <a:t>移进项目：形如</a:t>
            </a:r>
            <a:r>
              <a:rPr lang="en-US" altLang="zh-CN" dirty="0"/>
              <a:t>A→…•</a:t>
            </a:r>
            <a:r>
              <a:rPr lang="en-US" altLang="zh-CN" dirty="0">
                <a:sym typeface="Symbol" pitchFamily="18" charset="2"/>
              </a:rPr>
              <a:t>a… </a:t>
            </a:r>
            <a:r>
              <a:rPr lang="zh-CN" altLang="en-US" dirty="0">
                <a:sym typeface="Symbol" pitchFamily="18" charset="2"/>
              </a:rPr>
              <a:t>，</a:t>
            </a:r>
            <a:r>
              <a:rPr lang="en-US" altLang="zh-CN" dirty="0" err="1"/>
              <a:t>a</a:t>
            </a:r>
            <a:r>
              <a:rPr lang="en-US" altLang="zh-CN" dirty="0" err="1">
                <a:sym typeface="Symbol" pitchFamily="18" charset="2"/>
              </a:rPr>
              <a:t></a:t>
            </a:r>
            <a:r>
              <a:rPr lang="en-US" altLang="zh-CN" dirty="0" err="1"/>
              <a:t>V</a:t>
            </a:r>
            <a:r>
              <a:rPr lang="en-US" altLang="zh-CN" baseline="-25000" dirty="0" err="1"/>
              <a:t>T</a:t>
            </a:r>
            <a:endParaRPr lang="en-US" altLang="zh-CN" baseline="-25000" dirty="0"/>
          </a:p>
          <a:p>
            <a:r>
              <a:rPr lang="zh-CN" altLang="en-US" dirty="0"/>
              <a:t>待约项目：形如</a:t>
            </a:r>
            <a:r>
              <a:rPr lang="en-US" altLang="zh-CN" dirty="0"/>
              <a:t>A→…•</a:t>
            </a:r>
            <a:r>
              <a:rPr lang="en-US" altLang="zh-CN" dirty="0">
                <a:sym typeface="Symbol" pitchFamily="18" charset="2"/>
              </a:rPr>
              <a:t>B … </a:t>
            </a:r>
            <a:r>
              <a:rPr lang="zh-CN" altLang="en-US" dirty="0">
                <a:sym typeface="Symbol" pitchFamily="18" charset="2"/>
              </a:rPr>
              <a:t>，</a:t>
            </a:r>
            <a:r>
              <a:rPr lang="en-US" altLang="zh-CN" dirty="0" err="1">
                <a:sym typeface="Symbol" pitchFamily="18" charset="2"/>
              </a:rPr>
              <a:t>B</a:t>
            </a:r>
            <a:r>
              <a:rPr lang="en-US" altLang="zh-CN" dirty="0" err="1"/>
              <a:t>V</a:t>
            </a:r>
            <a:r>
              <a:rPr lang="en-US" altLang="zh-CN" baseline="-25000" dirty="0" err="1"/>
              <a:t>N</a:t>
            </a:r>
            <a:endParaRPr lang="en-US" altLang="zh-CN" baseline="-25000" dirty="0"/>
          </a:p>
          <a:p>
            <a:r>
              <a:rPr lang="zh-CN" altLang="en-US" dirty="0"/>
              <a:t>归约项目：形如</a:t>
            </a:r>
            <a:r>
              <a:rPr lang="en-US" altLang="zh-CN" dirty="0"/>
              <a:t>A→</a:t>
            </a:r>
            <a:r>
              <a:rPr lang="en-US" altLang="zh-CN" dirty="0">
                <a:sym typeface="Symbol" pitchFamily="18" charset="2"/>
              </a:rPr>
              <a:t>…</a:t>
            </a:r>
            <a:r>
              <a:rPr lang="en-US" altLang="zh-CN" dirty="0"/>
              <a:t>•</a:t>
            </a:r>
          </a:p>
          <a:p>
            <a:r>
              <a:rPr lang="zh-CN" altLang="en-US" dirty="0"/>
              <a:t>接受项目：形如</a:t>
            </a:r>
            <a:r>
              <a:rPr lang="en-US" altLang="zh-CN" dirty="0"/>
              <a:t>S→</a:t>
            </a:r>
            <a:r>
              <a:rPr lang="en-US" altLang="zh-CN" dirty="0">
                <a:sym typeface="Symbol" pitchFamily="18" charset="2"/>
              </a:rPr>
              <a:t>…</a:t>
            </a:r>
            <a:r>
              <a:rPr lang="en-US" altLang="zh-CN" dirty="0"/>
              <a:t>• </a:t>
            </a:r>
            <a:r>
              <a:rPr lang="zh-CN" altLang="en-US" dirty="0"/>
              <a:t>（</a:t>
            </a:r>
            <a:r>
              <a:rPr lang="en-US" altLang="zh-CN" dirty="0"/>
              <a:t>S</a:t>
            </a:r>
            <a:r>
              <a:rPr lang="zh-CN" altLang="en-US" dirty="0"/>
              <a:t>为开始符）</a:t>
            </a:r>
          </a:p>
        </p:txBody>
      </p:sp>
      <p:sp>
        <p:nvSpPr>
          <p:cNvPr id="3" name="标题 2"/>
          <p:cNvSpPr>
            <a:spLocks noGrp="1"/>
          </p:cNvSpPr>
          <p:nvPr>
            <p:ph type="title"/>
          </p:nvPr>
        </p:nvSpPr>
        <p:spPr/>
        <p:txBody>
          <a:bodyPr/>
          <a:lstStyle/>
          <a:p>
            <a:r>
              <a:rPr lang="zh-CN" altLang="en-US" dirty="0"/>
              <a:t>项目</a:t>
            </a:r>
          </a:p>
        </p:txBody>
      </p:sp>
      <p:sp>
        <p:nvSpPr>
          <p:cNvPr id="2" name="矩形 1">
            <a:extLst>
              <a:ext uri="{FF2B5EF4-FFF2-40B4-BE49-F238E27FC236}">
                <a16:creationId xmlns:a16="http://schemas.microsoft.com/office/drawing/2014/main" id="{EEDB3A9E-6103-4B7D-BC16-EAFED7605330}"/>
              </a:ext>
            </a:extLst>
          </p:cNvPr>
          <p:cNvSpPr/>
          <p:nvPr/>
        </p:nvSpPr>
        <p:spPr>
          <a:xfrm>
            <a:off x="6358956" y="3093212"/>
            <a:ext cx="5299644" cy="2243050"/>
          </a:xfrm>
          <a:prstGeom prst="rect">
            <a:avLst/>
          </a:prstGeom>
        </p:spPr>
        <p:txBody>
          <a:bodyPr wrap="square">
            <a:spAutoFit/>
          </a:bodyPr>
          <a:lstStyle/>
          <a:p>
            <a:pPr defTabSz="457200" fontAlgn="auto">
              <a:lnSpc>
                <a:spcPct val="150000"/>
              </a:lnSpc>
              <a:spcBef>
                <a:spcPts val="0"/>
              </a:spcBef>
              <a:spcAft>
                <a:spcPts val="0"/>
              </a:spcAft>
              <a:buClr>
                <a:schemeClr val="accent1"/>
              </a:buClr>
              <a:buSzPct val="115000"/>
            </a:pPr>
            <a:r>
              <a:rPr lang="zh-CN" altLang="en-US" sz="2400" b="1" dirty="0">
                <a:solidFill>
                  <a:srgbClr val="EE853E"/>
                </a:solidFill>
                <a:latin typeface="微软雅黑" panose="020B0503020204020204" pitchFamily="34" charset="-122"/>
                <a:ea typeface="微软雅黑" panose="020B0503020204020204" pitchFamily="34" charset="-122"/>
              </a:rPr>
              <a:t>拓广文法</a:t>
            </a:r>
            <a:endParaRPr lang="en-US" altLang="zh-CN" sz="2400" b="1" dirty="0">
              <a:solidFill>
                <a:srgbClr val="EE853E"/>
              </a:solidFill>
              <a:latin typeface="微软雅黑" panose="020B0503020204020204" pitchFamily="34" charset="-122"/>
              <a:ea typeface="微软雅黑" panose="020B0503020204020204" pitchFamily="34" charset="-122"/>
            </a:endParaRPr>
          </a:p>
          <a:p>
            <a:pPr defTabSz="457200" fontAlgn="auto">
              <a:lnSpc>
                <a:spcPct val="150000"/>
              </a:lnSpc>
              <a:spcBef>
                <a:spcPts val="0"/>
              </a:spcBef>
              <a:spcAft>
                <a:spcPts val="0"/>
              </a:spcAft>
              <a:buClr>
                <a:schemeClr val="accent1"/>
              </a:buClr>
              <a:buSzPct val="115000"/>
            </a:pPr>
            <a:r>
              <a:rPr lang="zh-CN" altLang="en-US" sz="2400" b="1" dirty="0">
                <a:solidFill>
                  <a:schemeClr val="bg1"/>
                </a:solidFill>
                <a:latin typeface="微软雅黑" panose="020B0503020204020204" pitchFamily="34" charset="-122"/>
                <a:ea typeface="微软雅黑" panose="020B0503020204020204" pitchFamily="34" charset="-122"/>
              </a:rPr>
              <a:t>对文法</a:t>
            </a:r>
            <a:r>
              <a:rPr lang="en-US" altLang="zh-CN" sz="2400" b="1" dirty="0">
                <a:solidFill>
                  <a:schemeClr val="bg1"/>
                </a:solidFill>
                <a:latin typeface="微软雅黑" panose="020B0503020204020204" pitchFamily="34" charset="-122"/>
                <a:ea typeface="微软雅黑" panose="020B0503020204020204" pitchFamily="34" charset="-122"/>
              </a:rPr>
              <a:t>G</a:t>
            </a:r>
            <a:r>
              <a:rPr lang="zh-CN" altLang="en-US" sz="2400" b="1" dirty="0">
                <a:solidFill>
                  <a:schemeClr val="bg1"/>
                </a:solidFill>
                <a:latin typeface="微软雅黑" panose="020B0503020204020204" pitchFamily="34" charset="-122"/>
                <a:ea typeface="微软雅黑" panose="020B0503020204020204" pitchFamily="34" charset="-122"/>
              </a:rPr>
              <a:t>，增加产生式</a:t>
            </a:r>
            <a:r>
              <a:rPr lang="en-US" altLang="zh-CN" sz="2400" b="1" dirty="0" err="1">
                <a:solidFill>
                  <a:schemeClr val="bg1"/>
                </a:solidFill>
                <a:latin typeface="微软雅黑" panose="020B0503020204020204" pitchFamily="34" charset="-122"/>
                <a:ea typeface="微软雅黑" panose="020B0503020204020204" pitchFamily="34" charset="-122"/>
              </a:rPr>
              <a:t>S'→S</a:t>
            </a:r>
            <a:r>
              <a:rPr lang="zh-CN" altLang="en-US" sz="2400" b="1" dirty="0">
                <a:solidFill>
                  <a:schemeClr val="bg1"/>
                </a:solidFill>
                <a:latin typeface="微软雅黑" panose="020B0503020204020204" pitchFamily="34" charset="-122"/>
                <a:ea typeface="微软雅黑" panose="020B0503020204020204" pitchFamily="34" charset="-122"/>
              </a:rPr>
              <a:t>，把开始符改为</a:t>
            </a:r>
            <a:r>
              <a:rPr lang="en-US" altLang="zh-CN" sz="2400" b="1" dirty="0">
                <a:solidFill>
                  <a:schemeClr val="bg1"/>
                </a:solidFill>
                <a:latin typeface="微软雅黑" panose="020B0503020204020204" pitchFamily="34" charset="-122"/>
                <a:ea typeface="微软雅黑" panose="020B0503020204020204" pitchFamily="34" charset="-122"/>
              </a:rPr>
              <a:t>S'</a:t>
            </a:r>
            <a:r>
              <a:rPr lang="zh-CN" altLang="en-US" sz="2400" b="1" dirty="0">
                <a:solidFill>
                  <a:schemeClr val="bg1"/>
                </a:solidFill>
                <a:latin typeface="微软雅黑" panose="020B0503020204020204" pitchFamily="34" charset="-122"/>
                <a:ea typeface="微软雅黑" panose="020B0503020204020204" pitchFamily="34" charset="-122"/>
              </a:rPr>
              <a:t>，形成文法</a:t>
            </a:r>
            <a:r>
              <a:rPr lang="en-US" altLang="zh-CN" sz="2400" b="1" dirty="0">
                <a:solidFill>
                  <a:schemeClr val="bg1"/>
                </a:solidFill>
                <a:latin typeface="微软雅黑" panose="020B0503020204020204" pitchFamily="34" charset="-122"/>
                <a:ea typeface="微软雅黑" panose="020B0503020204020204" pitchFamily="34" charset="-122"/>
              </a:rPr>
              <a:t>G'</a:t>
            </a:r>
            <a:r>
              <a:rPr lang="zh-CN" altLang="en-US" sz="2400" b="1" dirty="0">
                <a:solidFill>
                  <a:schemeClr val="bg1"/>
                </a:solidFill>
                <a:latin typeface="微软雅黑" panose="020B0503020204020204" pitchFamily="34" charset="-122"/>
                <a:ea typeface="微软雅黑" panose="020B0503020204020204" pitchFamily="34" charset="-122"/>
              </a:rPr>
              <a:t>。在文法</a:t>
            </a:r>
            <a:r>
              <a:rPr lang="en-US" altLang="zh-CN" sz="2400" b="1" dirty="0">
                <a:solidFill>
                  <a:schemeClr val="bg1"/>
                </a:solidFill>
                <a:latin typeface="微软雅黑" panose="020B0503020204020204" pitchFamily="34" charset="-122"/>
                <a:ea typeface="微软雅黑" panose="020B0503020204020204" pitchFamily="34" charset="-122"/>
              </a:rPr>
              <a:t>G'</a:t>
            </a:r>
            <a:r>
              <a:rPr lang="zh-CN" altLang="en-US" sz="2400" b="1" dirty="0">
                <a:solidFill>
                  <a:schemeClr val="bg1"/>
                </a:solidFill>
                <a:latin typeface="微软雅黑" panose="020B0503020204020204" pitchFamily="34" charset="-122"/>
                <a:ea typeface="微软雅黑" panose="020B0503020204020204" pitchFamily="34" charset="-122"/>
              </a:rPr>
              <a:t>中，</a:t>
            </a:r>
            <a:r>
              <a:rPr lang="en-US" altLang="zh-CN" sz="2400" b="1" dirty="0" err="1">
                <a:solidFill>
                  <a:schemeClr val="bg1"/>
                </a:solidFill>
                <a:latin typeface="微软雅黑" panose="020B0503020204020204" pitchFamily="34" charset="-122"/>
                <a:ea typeface="微软雅黑" panose="020B0503020204020204" pitchFamily="34" charset="-122"/>
              </a:rPr>
              <a:t>S'→S</a:t>
            </a:r>
            <a:r>
              <a:rPr lang="en-US" altLang="zh-CN" sz="2400" b="1" dirty="0">
                <a:solidFill>
                  <a:schemeClr val="bg1"/>
                </a:solidFill>
                <a:latin typeface="微软雅黑" panose="020B0503020204020204" pitchFamily="34" charset="-122"/>
                <a:ea typeface="微软雅黑" panose="020B0503020204020204" pitchFamily="34" charset="-122"/>
              </a:rPr>
              <a:t>•</a:t>
            </a:r>
            <a:r>
              <a:rPr lang="zh-CN" altLang="en-US" sz="2400" b="1" dirty="0">
                <a:solidFill>
                  <a:schemeClr val="bg1"/>
                </a:solidFill>
                <a:latin typeface="微软雅黑" panose="020B0503020204020204" pitchFamily="34" charset="-122"/>
                <a:ea typeface="微软雅黑" panose="020B0503020204020204" pitchFamily="34" charset="-122"/>
              </a:rPr>
              <a:t>是唯一的接受项目。</a:t>
            </a:r>
          </a:p>
        </p:txBody>
      </p:sp>
    </p:spTree>
    <p:extLst>
      <p:ext uri="{BB962C8B-B14F-4D97-AF65-F5344CB8AC3E}">
        <p14:creationId xmlns:p14="http://schemas.microsoft.com/office/powerpoint/2010/main" val="67448266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p:cNvSpPr>
            <a:spLocks noGrp="1" noChangeArrowheads="1"/>
          </p:cNvSpPr>
          <p:nvPr>
            <p:ph idx="1"/>
          </p:nvPr>
        </p:nvSpPr>
        <p:spPr/>
        <p:txBody>
          <a:bodyPr/>
          <a:lstStyle/>
          <a:p>
            <a:r>
              <a:rPr lang="zh-CN" altLang="en-US" dirty="0"/>
              <a:t>例如：拓广文法 </a:t>
            </a:r>
            <a:r>
              <a:rPr lang="en-US" altLang="zh-CN" dirty="0"/>
              <a:t>G’</a:t>
            </a:r>
          </a:p>
          <a:p>
            <a:r>
              <a:rPr lang="en-US" altLang="zh-CN" dirty="0"/>
              <a:t>0.	</a:t>
            </a:r>
            <a:r>
              <a:rPr lang="en-US" altLang="zh-CN" dirty="0" err="1"/>
              <a:t>S’→S</a:t>
            </a:r>
            <a:endParaRPr lang="en-US" altLang="zh-CN" dirty="0"/>
          </a:p>
          <a:p>
            <a:r>
              <a:rPr lang="en-US" altLang="zh-CN" dirty="0"/>
              <a:t>1.	</a:t>
            </a:r>
            <a:r>
              <a:rPr lang="en-US" altLang="zh-CN" dirty="0" err="1"/>
              <a:t>S→BB</a:t>
            </a:r>
            <a:endParaRPr lang="en-US" altLang="zh-CN" dirty="0"/>
          </a:p>
          <a:p>
            <a:r>
              <a:rPr lang="en-US" altLang="zh-CN" dirty="0"/>
              <a:t>2.	</a:t>
            </a:r>
            <a:r>
              <a:rPr lang="en-US" altLang="zh-CN" dirty="0" err="1"/>
              <a:t>B→aB</a:t>
            </a:r>
            <a:endParaRPr lang="en-US" altLang="zh-CN" dirty="0"/>
          </a:p>
          <a:p>
            <a:r>
              <a:rPr lang="en-US" altLang="zh-CN" dirty="0"/>
              <a:t>3.	</a:t>
            </a:r>
            <a:r>
              <a:rPr lang="en-US" altLang="zh-CN" dirty="0" err="1"/>
              <a:t>B→b</a:t>
            </a:r>
            <a:endParaRPr lang="en-US" altLang="zh-CN" dirty="0"/>
          </a:p>
          <a:p>
            <a:r>
              <a:rPr lang="zh-CN" altLang="en-US" dirty="0">
                <a:solidFill>
                  <a:srgbClr val="EE853E"/>
                </a:solidFill>
              </a:rPr>
              <a:t>注：给每个产生式编号</a:t>
            </a:r>
            <a:endParaRPr lang="en-US" altLang="zh-CN" dirty="0">
              <a:solidFill>
                <a:srgbClr val="EE853E"/>
              </a:solidFill>
            </a:endParaRPr>
          </a:p>
          <a:p>
            <a:r>
              <a:rPr lang="en-US" altLang="zh-CN" dirty="0"/>
              <a:t>            </a:t>
            </a:r>
          </a:p>
        </p:txBody>
      </p:sp>
      <p:sp>
        <p:nvSpPr>
          <p:cNvPr id="3" name="标题 2"/>
          <p:cNvSpPr>
            <a:spLocks noGrp="1"/>
          </p:cNvSpPr>
          <p:nvPr>
            <p:ph type="title"/>
          </p:nvPr>
        </p:nvSpPr>
        <p:spPr/>
        <p:txBody>
          <a:bodyPr/>
          <a:lstStyle/>
          <a:p>
            <a:r>
              <a:rPr lang="zh-CN" altLang="en-US" dirty="0"/>
              <a:t>项目</a:t>
            </a:r>
          </a:p>
        </p:txBody>
      </p:sp>
      <p:sp>
        <p:nvSpPr>
          <p:cNvPr id="6" name="Rectangle 2">
            <a:extLst>
              <a:ext uri="{FF2B5EF4-FFF2-40B4-BE49-F238E27FC236}">
                <a16:creationId xmlns:a16="http://schemas.microsoft.com/office/drawing/2014/main" id="{D0850BC5-58FB-4130-A792-D6CBFFBD2D36}"/>
              </a:ext>
            </a:extLst>
          </p:cNvPr>
          <p:cNvSpPr txBox="1">
            <a:spLocks noChangeArrowheads="1"/>
          </p:cNvSpPr>
          <p:nvPr/>
        </p:nvSpPr>
        <p:spPr>
          <a:xfrm>
            <a:off x="5638800" y="898762"/>
            <a:ext cx="4495800" cy="5237998"/>
          </a:xfrm>
          <a:prstGeom prst="rect">
            <a:avLst/>
          </a:prstGeom>
        </p:spPr>
        <p:txBody>
          <a:bodyPr>
            <a:normAutofit/>
          </a:bodyPr>
          <a:lstStyle>
            <a:lvl1pPr marL="0" marR="0" indent="0" algn="l" defTabSz="457200" rtl="0" eaLnBrk="1" fontAlgn="auto" latinLnBrk="0" hangingPunct="1">
              <a:lnSpc>
                <a:spcPct val="150000"/>
              </a:lnSpc>
              <a:spcBef>
                <a:spcPts val="0"/>
              </a:spcBef>
              <a:spcAft>
                <a:spcPts val="0"/>
              </a:spcAft>
              <a:buClr>
                <a:schemeClr val="accent1"/>
              </a:buClr>
              <a:buSzPct val="115000"/>
              <a:buFontTx/>
              <a:buNone/>
              <a:tabLst/>
              <a:defRPr sz="2400" b="1" kern="1200" cap="none">
                <a:solidFill>
                  <a:schemeClr val="bg1"/>
                </a:solidFill>
                <a:effectLst/>
                <a:latin typeface="微软雅黑" panose="020B0503020204020204" pitchFamily="34" charset="-122"/>
                <a:ea typeface="微软雅黑" panose="020B0503020204020204" pitchFamily="34" charset="-122"/>
                <a:cs typeface="+mn-cs"/>
              </a:defRPr>
            </a:lvl1pPr>
            <a:lvl2pPr marL="457200" indent="0" algn="l" defTabSz="457200" rtl="0" eaLnBrk="1" latinLnBrk="0" hangingPunct="1">
              <a:lnSpc>
                <a:spcPct val="150000"/>
              </a:lnSpc>
              <a:spcBef>
                <a:spcPts val="0"/>
              </a:spcBef>
              <a:spcAft>
                <a:spcPts val="0"/>
              </a:spcAft>
              <a:buClr>
                <a:schemeClr val="accent1"/>
              </a:buClr>
              <a:buSzPct val="115000"/>
              <a:buFontTx/>
              <a:buNone/>
              <a:defRPr sz="2000" b="1" kern="1200" cap="none">
                <a:solidFill>
                  <a:schemeClr val="bg1"/>
                </a:solidFill>
                <a:effectLst/>
                <a:latin typeface="微软雅黑" panose="020B0503020204020204" pitchFamily="34" charset="-122"/>
                <a:ea typeface="微软雅黑" panose="020B0503020204020204" pitchFamily="34" charset="-122"/>
                <a:cs typeface="+mn-cs"/>
              </a:defRPr>
            </a:lvl2pPr>
            <a:lvl3pPr marL="914400" indent="0" algn="l" defTabSz="457200" rtl="0" eaLnBrk="1" latinLnBrk="0" hangingPunct="1">
              <a:lnSpc>
                <a:spcPct val="150000"/>
              </a:lnSpc>
              <a:spcBef>
                <a:spcPts val="0"/>
              </a:spcBef>
              <a:spcAft>
                <a:spcPts val="0"/>
              </a:spcAft>
              <a:buClr>
                <a:schemeClr val="accent1"/>
              </a:buClr>
              <a:buSzPct val="115000"/>
              <a:buFontTx/>
              <a:buNone/>
              <a:defRPr sz="1800" b="1" kern="1200" cap="none">
                <a:solidFill>
                  <a:schemeClr val="bg1"/>
                </a:solidFill>
                <a:effectLst/>
                <a:latin typeface="微软雅黑" panose="020B0503020204020204" pitchFamily="34" charset="-122"/>
                <a:ea typeface="微软雅黑" panose="020B0503020204020204" pitchFamily="34" charset="-122"/>
                <a:cs typeface="+mn-cs"/>
              </a:defRPr>
            </a:lvl3pPr>
            <a:lvl4pPr marL="1371600" indent="0" algn="l" defTabSz="457200" rtl="0" eaLnBrk="1" latinLnBrk="0" hangingPunct="1">
              <a:lnSpc>
                <a:spcPct val="150000"/>
              </a:lnSpc>
              <a:spcBef>
                <a:spcPts val="0"/>
              </a:spcBef>
              <a:spcAft>
                <a:spcPts val="0"/>
              </a:spcAft>
              <a:buClr>
                <a:schemeClr val="accent1"/>
              </a:buClr>
              <a:buSzPct val="115000"/>
              <a:buFontTx/>
              <a:buNone/>
              <a:defRPr sz="1600" b="1" kern="1200" cap="none">
                <a:solidFill>
                  <a:schemeClr val="bg1"/>
                </a:solidFill>
                <a:effectLst/>
                <a:latin typeface="微软雅黑" panose="020B0503020204020204" pitchFamily="34" charset="-122"/>
                <a:ea typeface="微软雅黑" panose="020B0503020204020204" pitchFamily="34" charset="-122"/>
                <a:cs typeface="+mn-cs"/>
              </a:defRPr>
            </a:lvl4pPr>
            <a:lvl5pPr marL="1828800" marR="0" indent="0" algn="l" defTabSz="457200" rtl="0" eaLnBrk="1" fontAlgn="auto" latinLnBrk="0" hangingPunct="1">
              <a:lnSpc>
                <a:spcPct val="150000"/>
              </a:lnSpc>
              <a:spcBef>
                <a:spcPts val="0"/>
              </a:spcBef>
              <a:spcAft>
                <a:spcPts val="0"/>
              </a:spcAft>
              <a:buClr>
                <a:schemeClr val="accent1"/>
              </a:buClr>
              <a:buSzPct val="115000"/>
              <a:buFontTx/>
              <a:buNone/>
              <a:tabLst/>
              <a:defRPr sz="1400" b="1" kern="1200" cap="none">
                <a:solidFill>
                  <a:schemeClr val="bg1"/>
                </a:solidFill>
                <a:effectLst/>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zh-CN" altLang="en-US" dirty="0"/>
              <a:t>对应的项目：</a:t>
            </a:r>
          </a:p>
          <a:p>
            <a:r>
              <a:rPr lang="en-US" altLang="zh-CN" dirty="0"/>
              <a:t>1.	S’→</a:t>
            </a:r>
            <a:r>
              <a:rPr lang="en-US" altLang="zh-CN" dirty="0">
                <a:sym typeface="Symbol" pitchFamily="18" charset="2"/>
              </a:rPr>
              <a:t></a:t>
            </a:r>
            <a:r>
              <a:rPr lang="en-US" altLang="zh-CN" dirty="0"/>
              <a:t>S		6.	B→</a:t>
            </a:r>
            <a:r>
              <a:rPr lang="en-US" altLang="zh-CN" dirty="0">
                <a:sym typeface="Symbol" pitchFamily="18" charset="2"/>
              </a:rPr>
              <a:t></a:t>
            </a:r>
            <a:r>
              <a:rPr lang="en-US" altLang="zh-CN" dirty="0" err="1"/>
              <a:t>aB</a:t>
            </a:r>
            <a:endParaRPr lang="en-US" altLang="zh-CN" dirty="0"/>
          </a:p>
          <a:p>
            <a:r>
              <a:rPr lang="en-US" altLang="zh-CN" dirty="0"/>
              <a:t>2.	</a:t>
            </a:r>
            <a:r>
              <a:rPr lang="en-US" altLang="zh-CN" dirty="0" err="1"/>
              <a:t>S’→S</a:t>
            </a:r>
            <a:r>
              <a:rPr lang="en-US" altLang="zh-CN" dirty="0">
                <a:sym typeface="Symbol" pitchFamily="18" charset="2"/>
              </a:rPr>
              <a:t>		7.	</a:t>
            </a:r>
            <a:r>
              <a:rPr lang="en-US" altLang="zh-CN" dirty="0" err="1"/>
              <a:t>B→a</a:t>
            </a:r>
            <a:r>
              <a:rPr lang="en-US" altLang="zh-CN" dirty="0" err="1">
                <a:sym typeface="Symbol" pitchFamily="18" charset="2"/>
              </a:rPr>
              <a:t></a:t>
            </a:r>
            <a:r>
              <a:rPr lang="en-US" altLang="zh-CN" dirty="0" err="1"/>
              <a:t>B</a:t>
            </a:r>
            <a:endParaRPr lang="en-US" altLang="zh-CN" dirty="0"/>
          </a:p>
          <a:p>
            <a:r>
              <a:rPr lang="en-US" altLang="zh-CN" dirty="0"/>
              <a:t>3.	S→</a:t>
            </a:r>
            <a:r>
              <a:rPr lang="en-US" altLang="zh-CN" dirty="0">
                <a:sym typeface="Symbol" pitchFamily="18" charset="2"/>
              </a:rPr>
              <a:t></a:t>
            </a:r>
            <a:r>
              <a:rPr lang="en-US" altLang="zh-CN" dirty="0"/>
              <a:t>BB 		8.	</a:t>
            </a:r>
            <a:r>
              <a:rPr lang="en-US" altLang="zh-CN" dirty="0" err="1"/>
              <a:t>B→aB</a:t>
            </a:r>
            <a:r>
              <a:rPr lang="en-US" altLang="zh-CN" dirty="0">
                <a:sym typeface="Symbol" pitchFamily="18" charset="2"/>
              </a:rPr>
              <a:t></a:t>
            </a:r>
            <a:endParaRPr lang="en-US" altLang="zh-CN" dirty="0"/>
          </a:p>
          <a:p>
            <a:r>
              <a:rPr lang="en-US" altLang="zh-CN" dirty="0"/>
              <a:t>4.	</a:t>
            </a:r>
            <a:r>
              <a:rPr lang="en-US" altLang="zh-CN" dirty="0" err="1"/>
              <a:t>S→B</a:t>
            </a:r>
            <a:r>
              <a:rPr lang="en-US" altLang="zh-CN" dirty="0" err="1">
                <a:sym typeface="Symbol" pitchFamily="18" charset="2"/>
              </a:rPr>
              <a:t></a:t>
            </a:r>
            <a:r>
              <a:rPr lang="en-US" altLang="zh-CN" dirty="0" err="1"/>
              <a:t>B</a:t>
            </a:r>
            <a:r>
              <a:rPr lang="en-US" altLang="zh-CN" dirty="0"/>
              <a:t> 		9.	B→</a:t>
            </a:r>
            <a:r>
              <a:rPr lang="en-US" altLang="zh-CN" dirty="0">
                <a:sym typeface="Symbol" pitchFamily="18" charset="2"/>
              </a:rPr>
              <a:t></a:t>
            </a:r>
            <a:r>
              <a:rPr lang="en-US" altLang="zh-CN" dirty="0"/>
              <a:t>b</a:t>
            </a:r>
          </a:p>
          <a:p>
            <a:r>
              <a:rPr lang="en-US" altLang="zh-CN" dirty="0"/>
              <a:t>5.	</a:t>
            </a:r>
            <a:r>
              <a:rPr lang="en-US" altLang="zh-CN" dirty="0" err="1"/>
              <a:t>S→BB</a:t>
            </a:r>
            <a:r>
              <a:rPr lang="en-US" altLang="zh-CN" dirty="0">
                <a:sym typeface="Symbol" pitchFamily="18" charset="2"/>
              </a:rPr>
              <a:t></a:t>
            </a:r>
            <a:r>
              <a:rPr lang="en-US" altLang="zh-CN" dirty="0"/>
              <a:t> 	   10.	</a:t>
            </a:r>
            <a:r>
              <a:rPr lang="en-US" altLang="zh-CN" dirty="0" err="1"/>
              <a:t>B→b</a:t>
            </a:r>
            <a:r>
              <a:rPr lang="en-US" altLang="zh-CN" dirty="0">
                <a:sym typeface="Symbol" pitchFamily="18" charset="2"/>
              </a:rPr>
              <a:t></a:t>
            </a:r>
            <a:endParaRPr lang="en-US" altLang="zh-CN" dirty="0"/>
          </a:p>
        </p:txBody>
      </p:sp>
    </p:spTree>
    <p:extLst>
      <p:ext uri="{BB962C8B-B14F-4D97-AF65-F5344CB8AC3E}">
        <p14:creationId xmlns:p14="http://schemas.microsoft.com/office/powerpoint/2010/main" val="184983591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0223" name="Group 47"/>
          <p:cNvGrpSpPr>
            <a:grpSpLocks/>
          </p:cNvGrpSpPr>
          <p:nvPr/>
        </p:nvGrpSpPr>
        <p:grpSpPr bwMode="auto">
          <a:xfrm>
            <a:off x="6311901" y="1612900"/>
            <a:ext cx="3876675" cy="4787900"/>
            <a:chOff x="3016" y="1283"/>
            <a:chExt cx="2442" cy="3016"/>
          </a:xfrm>
        </p:grpSpPr>
        <p:sp>
          <p:nvSpPr>
            <p:cNvPr id="78891" name="Freeform 48"/>
            <p:cNvSpPr>
              <a:spLocks/>
            </p:cNvSpPr>
            <p:nvPr/>
          </p:nvSpPr>
          <p:spPr bwMode="auto">
            <a:xfrm>
              <a:off x="3016" y="1283"/>
              <a:ext cx="2442" cy="3016"/>
            </a:xfrm>
            <a:custGeom>
              <a:avLst/>
              <a:gdLst>
                <a:gd name="T0" fmla="*/ 0 w 2442"/>
                <a:gd name="T1" fmla="*/ 650 h 3016"/>
                <a:gd name="T2" fmla="*/ 1996 w 2442"/>
                <a:gd name="T3" fmla="*/ 333 h 3016"/>
                <a:gd name="T4" fmla="*/ 2313 w 2442"/>
                <a:gd name="T5" fmla="*/ 2646 h 3016"/>
                <a:gd name="T6" fmla="*/ 1225 w 2442"/>
                <a:gd name="T7" fmla="*/ 2555 h 30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42" h="3016">
                  <a:moveTo>
                    <a:pt x="0" y="650"/>
                  </a:moveTo>
                  <a:cubicBezTo>
                    <a:pt x="805" y="325"/>
                    <a:pt x="1610" y="0"/>
                    <a:pt x="1996" y="333"/>
                  </a:cubicBezTo>
                  <a:cubicBezTo>
                    <a:pt x="2382" y="666"/>
                    <a:pt x="2442" y="2276"/>
                    <a:pt x="2313" y="2646"/>
                  </a:cubicBezTo>
                  <a:cubicBezTo>
                    <a:pt x="2184" y="3016"/>
                    <a:pt x="1704" y="2785"/>
                    <a:pt x="1225" y="2555"/>
                  </a:cubicBezTo>
                </a:path>
              </a:pathLst>
            </a:cu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sp>
          <p:nvSpPr>
            <p:cNvPr id="78892" name="Line 49"/>
            <p:cNvSpPr>
              <a:spLocks noChangeShapeType="1"/>
            </p:cNvSpPr>
            <p:nvPr/>
          </p:nvSpPr>
          <p:spPr bwMode="auto">
            <a:xfrm flipH="1" flipV="1">
              <a:off x="4059" y="3748"/>
              <a:ext cx="182" cy="9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sp>
          <p:nvSpPr>
            <p:cNvPr id="78893" name="Text Box 50"/>
            <p:cNvSpPr txBox="1">
              <a:spLocks noChangeArrowheads="1"/>
            </p:cNvSpPr>
            <p:nvPr/>
          </p:nvSpPr>
          <p:spPr bwMode="auto">
            <a:xfrm>
              <a:off x="3615" y="1373"/>
              <a:ext cx="197" cy="25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l-GR" altLang="zh-CN" sz="2000" b="1">
                  <a:solidFill>
                    <a:schemeClr val="bg1"/>
                  </a:solidFill>
                  <a:latin typeface="+mj-ea"/>
                  <a:ea typeface="+mj-ea"/>
                </a:rPr>
                <a:t>ε</a:t>
              </a:r>
              <a:endParaRPr kumimoji="1" lang="en-US" altLang="zh-CN" sz="2000" b="1">
                <a:solidFill>
                  <a:schemeClr val="bg1"/>
                </a:solidFill>
                <a:latin typeface="+mj-ea"/>
                <a:ea typeface="+mj-ea"/>
              </a:endParaRPr>
            </a:p>
          </p:txBody>
        </p:sp>
      </p:grpSp>
      <p:sp>
        <p:nvSpPr>
          <p:cNvPr id="78851" name="Rectangle 2"/>
          <p:cNvSpPr>
            <a:spLocks noGrp="1" noChangeArrowheads="1"/>
          </p:cNvSpPr>
          <p:nvPr>
            <p:ph type="title"/>
          </p:nvPr>
        </p:nvSpPr>
        <p:spPr/>
        <p:txBody>
          <a:bodyPr/>
          <a:lstStyle/>
          <a:p>
            <a:r>
              <a:rPr lang="zh-CN" altLang="en-US" dirty="0"/>
              <a:t>状态转换图</a:t>
            </a:r>
          </a:p>
        </p:txBody>
      </p:sp>
      <p:sp>
        <p:nvSpPr>
          <p:cNvPr id="78852" name="Oval 3"/>
          <p:cNvSpPr>
            <a:spLocks noChangeArrowheads="1"/>
          </p:cNvSpPr>
          <p:nvPr/>
        </p:nvSpPr>
        <p:spPr bwMode="auto">
          <a:xfrm>
            <a:off x="2857501" y="1647825"/>
            <a:ext cx="576263" cy="56515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000" b="1">
                <a:solidFill>
                  <a:schemeClr val="bg1"/>
                </a:solidFill>
                <a:latin typeface="+mj-ea"/>
                <a:ea typeface="+mj-ea"/>
              </a:rPr>
              <a:t>1</a:t>
            </a:r>
          </a:p>
        </p:txBody>
      </p:sp>
      <p:sp>
        <p:nvSpPr>
          <p:cNvPr id="78853" name="Oval 4"/>
          <p:cNvSpPr>
            <a:spLocks noChangeArrowheads="1"/>
          </p:cNvSpPr>
          <p:nvPr/>
        </p:nvSpPr>
        <p:spPr bwMode="auto">
          <a:xfrm>
            <a:off x="4325938" y="1758950"/>
            <a:ext cx="381000" cy="38100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000" b="1">
              <a:solidFill>
                <a:schemeClr val="bg1"/>
              </a:solidFill>
              <a:latin typeface="+mj-ea"/>
              <a:ea typeface="+mj-ea"/>
            </a:endParaRPr>
          </a:p>
        </p:txBody>
      </p:sp>
      <p:sp>
        <p:nvSpPr>
          <p:cNvPr id="78854" name="Oval 5"/>
          <p:cNvSpPr>
            <a:spLocks noChangeArrowheads="1"/>
          </p:cNvSpPr>
          <p:nvPr/>
        </p:nvSpPr>
        <p:spPr bwMode="auto">
          <a:xfrm>
            <a:off x="4225925" y="1644651"/>
            <a:ext cx="604838" cy="568325"/>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000" b="1">
                <a:solidFill>
                  <a:schemeClr val="bg1"/>
                </a:solidFill>
                <a:latin typeface="+mj-ea"/>
                <a:ea typeface="+mj-ea"/>
              </a:rPr>
              <a:t>2</a:t>
            </a:r>
          </a:p>
        </p:txBody>
      </p:sp>
      <p:sp>
        <p:nvSpPr>
          <p:cNvPr id="690182" name="Line 6"/>
          <p:cNvSpPr>
            <a:spLocks noChangeShapeType="1"/>
          </p:cNvSpPr>
          <p:nvPr/>
        </p:nvSpPr>
        <p:spPr bwMode="auto">
          <a:xfrm>
            <a:off x="3462339" y="1924050"/>
            <a:ext cx="719137"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b="1">
              <a:solidFill>
                <a:schemeClr val="bg1"/>
              </a:solidFill>
              <a:latin typeface="+mj-ea"/>
              <a:ea typeface="+mj-ea"/>
            </a:endParaRPr>
          </a:p>
        </p:txBody>
      </p:sp>
      <p:sp>
        <p:nvSpPr>
          <p:cNvPr id="690183" name="Text Box 7"/>
          <p:cNvSpPr txBox="1">
            <a:spLocks noChangeArrowheads="1"/>
          </p:cNvSpPr>
          <p:nvPr/>
        </p:nvSpPr>
        <p:spPr bwMode="auto">
          <a:xfrm>
            <a:off x="3611563" y="1492250"/>
            <a:ext cx="338554"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S</a:t>
            </a:r>
          </a:p>
        </p:txBody>
      </p:sp>
      <p:sp>
        <p:nvSpPr>
          <p:cNvPr id="78858" name="Oval 9"/>
          <p:cNvSpPr>
            <a:spLocks noChangeArrowheads="1"/>
          </p:cNvSpPr>
          <p:nvPr/>
        </p:nvSpPr>
        <p:spPr bwMode="auto">
          <a:xfrm>
            <a:off x="4254501" y="2727325"/>
            <a:ext cx="576263" cy="56515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000" b="1">
                <a:solidFill>
                  <a:schemeClr val="bg1"/>
                </a:solidFill>
                <a:latin typeface="+mj-ea"/>
                <a:ea typeface="+mj-ea"/>
              </a:rPr>
              <a:t>3</a:t>
            </a:r>
          </a:p>
        </p:txBody>
      </p:sp>
      <p:sp>
        <p:nvSpPr>
          <p:cNvPr id="78859" name="Oval 10"/>
          <p:cNvSpPr>
            <a:spLocks noChangeArrowheads="1"/>
          </p:cNvSpPr>
          <p:nvPr/>
        </p:nvSpPr>
        <p:spPr bwMode="auto">
          <a:xfrm>
            <a:off x="5910263" y="2701925"/>
            <a:ext cx="576262" cy="56515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000" b="1">
                <a:solidFill>
                  <a:schemeClr val="bg1"/>
                </a:solidFill>
                <a:latin typeface="+mj-ea"/>
                <a:ea typeface="+mj-ea"/>
              </a:rPr>
              <a:t>4</a:t>
            </a:r>
          </a:p>
        </p:txBody>
      </p:sp>
      <p:sp>
        <p:nvSpPr>
          <p:cNvPr id="78860" name="Oval 11"/>
          <p:cNvSpPr>
            <a:spLocks noChangeArrowheads="1"/>
          </p:cNvSpPr>
          <p:nvPr/>
        </p:nvSpPr>
        <p:spPr bwMode="auto">
          <a:xfrm>
            <a:off x="7350126" y="2727325"/>
            <a:ext cx="576263" cy="56515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000" b="1">
                <a:solidFill>
                  <a:schemeClr val="bg1"/>
                </a:solidFill>
                <a:latin typeface="+mj-ea"/>
                <a:ea typeface="+mj-ea"/>
              </a:rPr>
              <a:t>5</a:t>
            </a:r>
          </a:p>
        </p:txBody>
      </p:sp>
      <p:sp>
        <p:nvSpPr>
          <p:cNvPr id="78861" name="Oval 12"/>
          <p:cNvSpPr>
            <a:spLocks noChangeArrowheads="1"/>
          </p:cNvSpPr>
          <p:nvPr/>
        </p:nvSpPr>
        <p:spPr bwMode="auto">
          <a:xfrm>
            <a:off x="7421563" y="5032375"/>
            <a:ext cx="576262" cy="56515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000" b="1">
                <a:solidFill>
                  <a:schemeClr val="bg1"/>
                </a:solidFill>
                <a:latin typeface="+mj-ea"/>
                <a:ea typeface="+mj-ea"/>
              </a:rPr>
              <a:t>9</a:t>
            </a:r>
          </a:p>
        </p:txBody>
      </p:sp>
      <p:sp>
        <p:nvSpPr>
          <p:cNvPr id="78862" name="Oval 13"/>
          <p:cNvSpPr>
            <a:spLocks noChangeArrowheads="1"/>
          </p:cNvSpPr>
          <p:nvPr/>
        </p:nvSpPr>
        <p:spPr bwMode="auto">
          <a:xfrm>
            <a:off x="8904288" y="5029200"/>
            <a:ext cx="576262" cy="56515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000" b="1">
                <a:solidFill>
                  <a:schemeClr val="bg1"/>
                </a:solidFill>
                <a:latin typeface="+mj-ea"/>
                <a:ea typeface="+mj-ea"/>
              </a:rPr>
              <a:t>10</a:t>
            </a:r>
          </a:p>
        </p:txBody>
      </p:sp>
      <p:sp>
        <p:nvSpPr>
          <p:cNvPr id="78863" name="Oval 14"/>
          <p:cNvSpPr>
            <a:spLocks noChangeArrowheads="1"/>
          </p:cNvSpPr>
          <p:nvPr/>
        </p:nvSpPr>
        <p:spPr bwMode="auto">
          <a:xfrm>
            <a:off x="5910263" y="3808413"/>
            <a:ext cx="576262" cy="56515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000" b="1">
                <a:solidFill>
                  <a:schemeClr val="bg1"/>
                </a:solidFill>
                <a:latin typeface="+mj-ea"/>
                <a:ea typeface="+mj-ea"/>
              </a:rPr>
              <a:t>6</a:t>
            </a:r>
          </a:p>
        </p:txBody>
      </p:sp>
      <p:sp>
        <p:nvSpPr>
          <p:cNvPr id="78864" name="Oval 15"/>
          <p:cNvSpPr>
            <a:spLocks noChangeArrowheads="1"/>
          </p:cNvSpPr>
          <p:nvPr/>
        </p:nvSpPr>
        <p:spPr bwMode="auto">
          <a:xfrm>
            <a:off x="7421563" y="3811588"/>
            <a:ext cx="576262" cy="56515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000" b="1">
                <a:solidFill>
                  <a:schemeClr val="bg1"/>
                </a:solidFill>
                <a:latin typeface="+mj-ea"/>
                <a:ea typeface="+mj-ea"/>
              </a:rPr>
              <a:t>7</a:t>
            </a:r>
          </a:p>
        </p:txBody>
      </p:sp>
      <p:sp>
        <p:nvSpPr>
          <p:cNvPr id="78865" name="Oval 16"/>
          <p:cNvSpPr>
            <a:spLocks noChangeArrowheads="1"/>
          </p:cNvSpPr>
          <p:nvPr/>
        </p:nvSpPr>
        <p:spPr bwMode="auto">
          <a:xfrm>
            <a:off x="8863013" y="3808413"/>
            <a:ext cx="576262" cy="56515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000" b="1">
                <a:solidFill>
                  <a:schemeClr val="bg1"/>
                </a:solidFill>
                <a:latin typeface="+mj-ea"/>
                <a:ea typeface="+mj-ea"/>
              </a:rPr>
              <a:t>8</a:t>
            </a:r>
          </a:p>
        </p:txBody>
      </p:sp>
      <p:sp>
        <p:nvSpPr>
          <p:cNvPr id="690193" name="Line 17"/>
          <p:cNvSpPr>
            <a:spLocks noChangeShapeType="1"/>
          </p:cNvSpPr>
          <p:nvPr/>
        </p:nvSpPr>
        <p:spPr bwMode="auto">
          <a:xfrm>
            <a:off x="3287713" y="2141539"/>
            <a:ext cx="1008062" cy="719137"/>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sp>
        <p:nvSpPr>
          <p:cNvPr id="690194" name="Line 18"/>
          <p:cNvSpPr>
            <a:spLocks noChangeShapeType="1"/>
          </p:cNvSpPr>
          <p:nvPr/>
        </p:nvSpPr>
        <p:spPr bwMode="auto">
          <a:xfrm>
            <a:off x="4872038" y="3005138"/>
            <a:ext cx="1008062"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sp>
        <p:nvSpPr>
          <p:cNvPr id="690195" name="Line 19"/>
          <p:cNvSpPr>
            <a:spLocks noChangeShapeType="1"/>
          </p:cNvSpPr>
          <p:nvPr/>
        </p:nvSpPr>
        <p:spPr bwMode="auto">
          <a:xfrm>
            <a:off x="6527801" y="3005138"/>
            <a:ext cx="792163"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sp>
        <p:nvSpPr>
          <p:cNvPr id="690196" name="Line 20"/>
          <p:cNvSpPr>
            <a:spLocks noChangeShapeType="1"/>
          </p:cNvSpPr>
          <p:nvPr/>
        </p:nvSpPr>
        <p:spPr bwMode="auto">
          <a:xfrm>
            <a:off x="4727576" y="3221038"/>
            <a:ext cx="1223963" cy="64770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sp>
        <p:nvSpPr>
          <p:cNvPr id="690197" name="Line 21"/>
          <p:cNvSpPr>
            <a:spLocks noChangeShapeType="1"/>
          </p:cNvSpPr>
          <p:nvPr/>
        </p:nvSpPr>
        <p:spPr bwMode="auto">
          <a:xfrm>
            <a:off x="6529388" y="4084638"/>
            <a:ext cx="862012"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sp>
        <p:nvSpPr>
          <p:cNvPr id="690198" name="Line 22"/>
          <p:cNvSpPr>
            <a:spLocks noChangeShapeType="1"/>
          </p:cNvSpPr>
          <p:nvPr/>
        </p:nvSpPr>
        <p:spPr bwMode="auto">
          <a:xfrm>
            <a:off x="8040688" y="4084638"/>
            <a:ext cx="792162"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sp>
        <p:nvSpPr>
          <p:cNvPr id="690199" name="Line 23"/>
          <p:cNvSpPr>
            <a:spLocks noChangeShapeType="1"/>
          </p:cNvSpPr>
          <p:nvPr/>
        </p:nvSpPr>
        <p:spPr bwMode="auto">
          <a:xfrm>
            <a:off x="8040688" y="5310188"/>
            <a:ext cx="863600"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grpSp>
        <p:nvGrpSpPr>
          <p:cNvPr id="690200" name="Group 24"/>
          <p:cNvGrpSpPr>
            <a:grpSpLocks/>
          </p:cNvGrpSpPr>
          <p:nvPr/>
        </p:nvGrpSpPr>
        <p:grpSpPr bwMode="auto">
          <a:xfrm>
            <a:off x="4800600" y="3436939"/>
            <a:ext cx="2590800" cy="1800225"/>
            <a:chOff x="2064" y="2432"/>
            <a:chExt cx="1632" cy="1134"/>
          </a:xfrm>
        </p:grpSpPr>
        <p:sp>
          <p:nvSpPr>
            <p:cNvPr id="78898" name="Freeform 25"/>
            <p:cNvSpPr>
              <a:spLocks/>
            </p:cNvSpPr>
            <p:nvPr/>
          </p:nvSpPr>
          <p:spPr bwMode="auto">
            <a:xfrm>
              <a:off x="2064" y="2432"/>
              <a:ext cx="1406" cy="1089"/>
            </a:xfrm>
            <a:custGeom>
              <a:avLst/>
              <a:gdLst>
                <a:gd name="T0" fmla="*/ 0 w 1814"/>
                <a:gd name="T1" fmla="*/ 0 h 1225"/>
                <a:gd name="T2" fmla="*/ 492 w 1814"/>
                <a:gd name="T3" fmla="*/ 766 h 1225"/>
                <a:gd name="T4" fmla="*/ 1406 w 1814"/>
                <a:gd name="T5" fmla="*/ 1089 h 1225"/>
                <a:gd name="T6" fmla="*/ 0 60000 65536"/>
                <a:gd name="T7" fmla="*/ 0 60000 65536"/>
                <a:gd name="T8" fmla="*/ 0 60000 65536"/>
              </a:gdLst>
              <a:ahLst/>
              <a:cxnLst>
                <a:cxn ang="T6">
                  <a:pos x="T0" y="T1"/>
                </a:cxn>
                <a:cxn ang="T7">
                  <a:pos x="T2" y="T3"/>
                </a:cxn>
                <a:cxn ang="T8">
                  <a:pos x="T4" y="T5"/>
                </a:cxn>
              </a:cxnLst>
              <a:rect l="0" t="0" r="r" b="b"/>
              <a:pathLst>
                <a:path w="1814" h="1225">
                  <a:moveTo>
                    <a:pt x="0" y="0"/>
                  </a:moveTo>
                  <a:cubicBezTo>
                    <a:pt x="166" y="329"/>
                    <a:pt x="333" y="658"/>
                    <a:pt x="635" y="862"/>
                  </a:cubicBezTo>
                  <a:cubicBezTo>
                    <a:pt x="937" y="1066"/>
                    <a:pt x="1618" y="1165"/>
                    <a:pt x="1814" y="1225"/>
                  </a:cubicBezTo>
                </a:path>
              </a:pathLst>
            </a:cu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sp>
          <p:nvSpPr>
            <p:cNvPr id="78899" name="Line 26"/>
            <p:cNvSpPr>
              <a:spLocks noChangeShapeType="1"/>
            </p:cNvSpPr>
            <p:nvPr/>
          </p:nvSpPr>
          <p:spPr bwMode="auto">
            <a:xfrm>
              <a:off x="3470" y="3521"/>
              <a:ext cx="226" cy="45"/>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grpSp>
      <p:sp>
        <p:nvSpPr>
          <p:cNvPr id="690203" name="Text Box 27"/>
          <p:cNvSpPr txBox="1">
            <a:spLocks noChangeArrowheads="1"/>
          </p:cNvSpPr>
          <p:nvPr/>
        </p:nvSpPr>
        <p:spPr bwMode="auto">
          <a:xfrm>
            <a:off x="3778250" y="2152651"/>
            <a:ext cx="312906"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l-GR" altLang="zh-CN" sz="2000" b="1" dirty="0">
                <a:solidFill>
                  <a:schemeClr val="bg1"/>
                </a:solidFill>
                <a:latin typeface="+mj-ea"/>
                <a:ea typeface="+mj-ea"/>
                <a:cs typeface="Times New Roman" pitchFamily="18" charset="0"/>
              </a:rPr>
              <a:t>ε</a:t>
            </a:r>
            <a:endParaRPr kumimoji="1" lang="en-US" altLang="zh-CN" sz="2000" b="1" dirty="0">
              <a:solidFill>
                <a:schemeClr val="bg1"/>
              </a:solidFill>
              <a:latin typeface="+mj-ea"/>
              <a:ea typeface="+mj-ea"/>
            </a:endParaRPr>
          </a:p>
        </p:txBody>
      </p:sp>
      <p:sp>
        <p:nvSpPr>
          <p:cNvPr id="690204" name="Text Box 28"/>
          <p:cNvSpPr txBox="1">
            <a:spLocks noChangeArrowheads="1"/>
          </p:cNvSpPr>
          <p:nvPr/>
        </p:nvSpPr>
        <p:spPr bwMode="auto">
          <a:xfrm>
            <a:off x="5159375" y="2573338"/>
            <a:ext cx="359394"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B</a:t>
            </a:r>
          </a:p>
        </p:txBody>
      </p:sp>
      <p:sp>
        <p:nvSpPr>
          <p:cNvPr id="690205" name="Text Box 29"/>
          <p:cNvSpPr txBox="1">
            <a:spLocks noChangeArrowheads="1"/>
          </p:cNvSpPr>
          <p:nvPr/>
        </p:nvSpPr>
        <p:spPr bwMode="auto">
          <a:xfrm>
            <a:off x="6672263" y="2573338"/>
            <a:ext cx="359394"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B</a:t>
            </a:r>
          </a:p>
        </p:txBody>
      </p:sp>
      <p:sp>
        <p:nvSpPr>
          <p:cNvPr id="690206" name="Text Box 30"/>
          <p:cNvSpPr txBox="1">
            <a:spLocks noChangeArrowheads="1"/>
          </p:cNvSpPr>
          <p:nvPr/>
        </p:nvSpPr>
        <p:spPr bwMode="auto">
          <a:xfrm>
            <a:off x="5302250" y="3195639"/>
            <a:ext cx="312906"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l-GR" altLang="zh-CN" sz="2000" b="1">
                <a:solidFill>
                  <a:schemeClr val="bg1"/>
                </a:solidFill>
                <a:latin typeface="+mj-ea"/>
                <a:ea typeface="+mj-ea"/>
              </a:rPr>
              <a:t>ε</a:t>
            </a:r>
            <a:endParaRPr kumimoji="1" lang="en-US" altLang="zh-CN" sz="2000" b="1">
              <a:solidFill>
                <a:schemeClr val="bg1"/>
              </a:solidFill>
              <a:latin typeface="+mj-ea"/>
              <a:ea typeface="+mj-ea"/>
            </a:endParaRPr>
          </a:p>
        </p:txBody>
      </p:sp>
      <p:sp>
        <p:nvSpPr>
          <p:cNvPr id="690207" name="Text Box 31"/>
          <p:cNvSpPr txBox="1">
            <a:spLocks noChangeArrowheads="1"/>
          </p:cNvSpPr>
          <p:nvPr/>
        </p:nvSpPr>
        <p:spPr bwMode="auto">
          <a:xfrm>
            <a:off x="4656138" y="3797301"/>
            <a:ext cx="312906"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l-GR" altLang="zh-CN" sz="2000" b="1">
                <a:solidFill>
                  <a:schemeClr val="bg1"/>
                </a:solidFill>
                <a:latin typeface="+mj-ea"/>
                <a:ea typeface="+mj-ea"/>
              </a:rPr>
              <a:t>ε</a:t>
            </a:r>
            <a:endParaRPr kumimoji="1" lang="en-US" altLang="zh-CN" sz="2000" b="1">
              <a:solidFill>
                <a:schemeClr val="bg1"/>
              </a:solidFill>
              <a:latin typeface="+mj-ea"/>
              <a:ea typeface="+mj-ea"/>
            </a:endParaRPr>
          </a:p>
        </p:txBody>
      </p:sp>
      <p:sp>
        <p:nvSpPr>
          <p:cNvPr id="690208" name="Text Box 32"/>
          <p:cNvSpPr txBox="1">
            <a:spLocks noChangeArrowheads="1"/>
          </p:cNvSpPr>
          <p:nvPr/>
        </p:nvSpPr>
        <p:spPr bwMode="auto">
          <a:xfrm>
            <a:off x="6696075" y="3652838"/>
            <a:ext cx="332142"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a</a:t>
            </a:r>
          </a:p>
        </p:txBody>
      </p:sp>
      <p:sp>
        <p:nvSpPr>
          <p:cNvPr id="690209" name="Text Box 33"/>
          <p:cNvSpPr txBox="1">
            <a:spLocks noChangeArrowheads="1"/>
          </p:cNvSpPr>
          <p:nvPr/>
        </p:nvSpPr>
        <p:spPr bwMode="auto">
          <a:xfrm>
            <a:off x="8256588" y="3652838"/>
            <a:ext cx="359394"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B</a:t>
            </a:r>
          </a:p>
        </p:txBody>
      </p:sp>
      <p:sp>
        <p:nvSpPr>
          <p:cNvPr id="690210" name="Text Box 34"/>
          <p:cNvSpPr txBox="1">
            <a:spLocks noChangeArrowheads="1"/>
          </p:cNvSpPr>
          <p:nvPr/>
        </p:nvSpPr>
        <p:spPr bwMode="auto">
          <a:xfrm>
            <a:off x="8328026" y="4876800"/>
            <a:ext cx="356188"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b</a:t>
            </a:r>
          </a:p>
        </p:txBody>
      </p:sp>
      <p:sp>
        <p:nvSpPr>
          <p:cNvPr id="78882" name="Oval 35"/>
          <p:cNvSpPr>
            <a:spLocks noChangeArrowheads="1"/>
          </p:cNvSpPr>
          <p:nvPr/>
        </p:nvSpPr>
        <p:spPr bwMode="auto">
          <a:xfrm>
            <a:off x="7443788" y="2840038"/>
            <a:ext cx="381000" cy="38100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000" b="1">
              <a:solidFill>
                <a:schemeClr val="bg1"/>
              </a:solidFill>
              <a:latin typeface="+mj-ea"/>
              <a:ea typeface="+mj-ea"/>
            </a:endParaRPr>
          </a:p>
        </p:txBody>
      </p:sp>
      <p:sp>
        <p:nvSpPr>
          <p:cNvPr id="78883" name="Oval 36"/>
          <p:cNvSpPr>
            <a:spLocks noChangeArrowheads="1"/>
          </p:cNvSpPr>
          <p:nvPr/>
        </p:nvSpPr>
        <p:spPr bwMode="auto">
          <a:xfrm>
            <a:off x="8955088" y="3919538"/>
            <a:ext cx="381000" cy="38100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000" b="1">
              <a:solidFill>
                <a:schemeClr val="bg1"/>
              </a:solidFill>
              <a:latin typeface="+mj-ea"/>
              <a:ea typeface="+mj-ea"/>
            </a:endParaRPr>
          </a:p>
        </p:txBody>
      </p:sp>
      <p:sp>
        <p:nvSpPr>
          <p:cNvPr id="78884" name="Oval 37"/>
          <p:cNvSpPr>
            <a:spLocks noChangeArrowheads="1"/>
          </p:cNvSpPr>
          <p:nvPr/>
        </p:nvSpPr>
        <p:spPr bwMode="auto">
          <a:xfrm>
            <a:off x="9012864" y="5105400"/>
            <a:ext cx="381000" cy="38100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000" b="1">
              <a:solidFill>
                <a:schemeClr val="bg1"/>
              </a:solidFill>
              <a:latin typeface="+mj-ea"/>
              <a:ea typeface="+mj-ea"/>
            </a:endParaRPr>
          </a:p>
        </p:txBody>
      </p:sp>
      <p:sp>
        <p:nvSpPr>
          <p:cNvPr id="690214" name="Line 38"/>
          <p:cNvSpPr>
            <a:spLocks noChangeShapeType="1"/>
          </p:cNvSpPr>
          <p:nvPr/>
        </p:nvSpPr>
        <p:spPr bwMode="auto">
          <a:xfrm>
            <a:off x="6240463" y="3292476"/>
            <a:ext cx="0" cy="504825"/>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sp>
        <p:nvSpPr>
          <p:cNvPr id="690215" name="Text Box 39"/>
          <p:cNvSpPr txBox="1">
            <a:spLocks noChangeArrowheads="1"/>
          </p:cNvSpPr>
          <p:nvPr/>
        </p:nvSpPr>
        <p:spPr bwMode="auto">
          <a:xfrm>
            <a:off x="6216650" y="3149601"/>
            <a:ext cx="312906"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l-GR" altLang="zh-CN" sz="2000" b="1" dirty="0">
                <a:solidFill>
                  <a:schemeClr val="bg1"/>
                </a:solidFill>
                <a:latin typeface="+mj-ea"/>
                <a:ea typeface="+mj-ea"/>
              </a:rPr>
              <a:t>ε</a:t>
            </a:r>
            <a:endParaRPr kumimoji="1" lang="en-US" altLang="zh-CN" sz="2000" b="1" dirty="0">
              <a:solidFill>
                <a:schemeClr val="bg1"/>
              </a:solidFill>
              <a:latin typeface="+mj-ea"/>
              <a:ea typeface="+mj-ea"/>
            </a:endParaRPr>
          </a:p>
        </p:txBody>
      </p:sp>
      <p:sp>
        <p:nvSpPr>
          <p:cNvPr id="690216" name="Line 40"/>
          <p:cNvSpPr>
            <a:spLocks noChangeShapeType="1"/>
          </p:cNvSpPr>
          <p:nvPr/>
        </p:nvSpPr>
        <p:spPr bwMode="auto">
          <a:xfrm>
            <a:off x="7751763" y="4373563"/>
            <a:ext cx="0" cy="64770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sp>
        <p:nvSpPr>
          <p:cNvPr id="690217" name="Text Box 41"/>
          <p:cNvSpPr txBox="1">
            <a:spLocks noChangeArrowheads="1"/>
          </p:cNvSpPr>
          <p:nvPr/>
        </p:nvSpPr>
        <p:spPr bwMode="auto">
          <a:xfrm>
            <a:off x="7740650" y="4373564"/>
            <a:ext cx="312906"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l-GR" altLang="zh-CN" sz="2000" b="1" dirty="0">
                <a:solidFill>
                  <a:schemeClr val="bg1"/>
                </a:solidFill>
                <a:latin typeface="+mj-ea"/>
                <a:ea typeface="+mj-ea"/>
              </a:rPr>
              <a:t>ε</a:t>
            </a:r>
            <a:endParaRPr kumimoji="1" lang="en-US" altLang="zh-CN" sz="2000" b="1" dirty="0">
              <a:solidFill>
                <a:schemeClr val="bg1"/>
              </a:solidFill>
              <a:latin typeface="+mj-ea"/>
              <a:ea typeface="+mj-ea"/>
            </a:endParaRPr>
          </a:p>
        </p:txBody>
      </p:sp>
      <p:grpSp>
        <p:nvGrpSpPr>
          <p:cNvPr id="690218" name="Group 42"/>
          <p:cNvGrpSpPr>
            <a:grpSpLocks/>
          </p:cNvGrpSpPr>
          <p:nvPr/>
        </p:nvGrpSpPr>
        <p:grpSpPr bwMode="auto">
          <a:xfrm>
            <a:off x="6311900" y="4319589"/>
            <a:ext cx="1136650" cy="485775"/>
            <a:chOff x="1937" y="3647"/>
            <a:chExt cx="716" cy="306"/>
          </a:xfrm>
        </p:grpSpPr>
        <p:sp>
          <p:nvSpPr>
            <p:cNvPr id="78894" name="Freeform 43"/>
            <p:cNvSpPr>
              <a:spLocks/>
            </p:cNvSpPr>
            <p:nvPr/>
          </p:nvSpPr>
          <p:spPr bwMode="auto">
            <a:xfrm>
              <a:off x="2018" y="3657"/>
              <a:ext cx="635" cy="296"/>
            </a:xfrm>
            <a:custGeom>
              <a:avLst/>
              <a:gdLst>
                <a:gd name="T0" fmla="*/ 635 w 635"/>
                <a:gd name="T1" fmla="*/ 0 h 296"/>
                <a:gd name="T2" fmla="*/ 318 w 635"/>
                <a:gd name="T3" fmla="*/ 273 h 296"/>
                <a:gd name="T4" fmla="*/ 0 w 635"/>
                <a:gd name="T5" fmla="*/ 137 h 296"/>
                <a:gd name="T6" fmla="*/ 0 60000 65536"/>
                <a:gd name="T7" fmla="*/ 0 60000 65536"/>
                <a:gd name="T8" fmla="*/ 0 60000 65536"/>
              </a:gdLst>
              <a:ahLst/>
              <a:cxnLst>
                <a:cxn ang="T6">
                  <a:pos x="T0" y="T1"/>
                </a:cxn>
                <a:cxn ang="T7">
                  <a:pos x="T2" y="T3"/>
                </a:cxn>
                <a:cxn ang="T8">
                  <a:pos x="T4" y="T5"/>
                </a:cxn>
              </a:cxnLst>
              <a:rect l="0" t="0" r="r" b="b"/>
              <a:pathLst>
                <a:path w="635" h="296">
                  <a:moveTo>
                    <a:pt x="635" y="0"/>
                  </a:moveTo>
                  <a:cubicBezTo>
                    <a:pt x="529" y="125"/>
                    <a:pt x="424" y="250"/>
                    <a:pt x="318" y="273"/>
                  </a:cubicBezTo>
                  <a:cubicBezTo>
                    <a:pt x="212" y="296"/>
                    <a:pt x="106" y="216"/>
                    <a:pt x="0" y="137"/>
                  </a:cubicBezTo>
                </a:path>
              </a:pathLst>
            </a:cu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grpSp>
          <p:nvGrpSpPr>
            <p:cNvPr id="78895" name="Group 44"/>
            <p:cNvGrpSpPr>
              <a:grpSpLocks/>
            </p:cNvGrpSpPr>
            <p:nvPr/>
          </p:nvGrpSpPr>
          <p:grpSpPr bwMode="auto">
            <a:xfrm>
              <a:off x="1937" y="3647"/>
              <a:ext cx="424" cy="252"/>
              <a:chOff x="3061" y="2961"/>
              <a:chExt cx="424" cy="252"/>
            </a:xfrm>
          </p:grpSpPr>
          <p:sp>
            <p:nvSpPr>
              <p:cNvPr id="78896" name="Line 45"/>
              <p:cNvSpPr>
                <a:spLocks noChangeShapeType="1"/>
              </p:cNvSpPr>
              <p:nvPr/>
            </p:nvSpPr>
            <p:spPr bwMode="auto">
              <a:xfrm flipH="1" flipV="1">
                <a:off x="3061" y="3022"/>
                <a:ext cx="91" cy="91"/>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sp>
            <p:nvSpPr>
              <p:cNvPr id="78897" name="Text Box 46"/>
              <p:cNvSpPr txBox="1">
                <a:spLocks noChangeArrowheads="1"/>
              </p:cNvSpPr>
              <p:nvPr/>
            </p:nvSpPr>
            <p:spPr bwMode="auto">
              <a:xfrm>
                <a:off x="3288" y="2961"/>
                <a:ext cx="197" cy="25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l-GR" altLang="zh-CN" sz="2000" b="1">
                    <a:solidFill>
                      <a:schemeClr val="bg1"/>
                    </a:solidFill>
                    <a:latin typeface="+mj-ea"/>
                    <a:ea typeface="+mj-ea"/>
                  </a:rPr>
                  <a:t>ε</a:t>
                </a:r>
                <a:endParaRPr kumimoji="1" lang="en-US" altLang="zh-CN" sz="2000" b="1">
                  <a:solidFill>
                    <a:schemeClr val="bg1"/>
                  </a:solidFill>
                  <a:latin typeface="+mj-ea"/>
                  <a:ea typeface="+mj-ea"/>
                </a:endParaRPr>
              </a:p>
            </p:txBody>
          </p:sp>
        </p:grpSp>
      </p:grpSp>
      <p:sp>
        <p:nvSpPr>
          <p:cNvPr id="55" name="箭头: 右 54">
            <a:extLst>
              <a:ext uri="{FF2B5EF4-FFF2-40B4-BE49-F238E27FC236}">
                <a16:creationId xmlns:a16="http://schemas.microsoft.com/office/drawing/2014/main" id="{41760A2D-37F5-46F8-A5F1-0E4C58358242}"/>
              </a:ext>
            </a:extLst>
          </p:cNvPr>
          <p:cNvSpPr/>
          <p:nvPr/>
        </p:nvSpPr>
        <p:spPr>
          <a:xfrm>
            <a:off x="2362200" y="1771773"/>
            <a:ext cx="416970" cy="304554"/>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51" name="Text Box 113">
            <a:extLst>
              <a:ext uri="{FF2B5EF4-FFF2-40B4-BE49-F238E27FC236}">
                <a16:creationId xmlns:a16="http://schemas.microsoft.com/office/drawing/2014/main" id="{6946388D-B2D5-4132-B067-A760571A89D4}"/>
              </a:ext>
            </a:extLst>
          </p:cNvPr>
          <p:cNvSpPr txBox="1">
            <a:spLocks noChangeArrowheads="1"/>
          </p:cNvSpPr>
          <p:nvPr/>
        </p:nvSpPr>
        <p:spPr bwMode="auto">
          <a:xfrm>
            <a:off x="4803078" y="1725282"/>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r0</a:t>
            </a:r>
          </a:p>
        </p:txBody>
      </p:sp>
      <p:sp>
        <p:nvSpPr>
          <p:cNvPr id="52" name="Text Box 113">
            <a:extLst>
              <a:ext uri="{FF2B5EF4-FFF2-40B4-BE49-F238E27FC236}">
                <a16:creationId xmlns:a16="http://schemas.microsoft.com/office/drawing/2014/main" id="{A6000F6D-668B-4FE4-ABE7-6FB3C261DF48}"/>
              </a:ext>
            </a:extLst>
          </p:cNvPr>
          <p:cNvSpPr txBox="1">
            <a:spLocks noChangeArrowheads="1"/>
          </p:cNvSpPr>
          <p:nvPr/>
        </p:nvSpPr>
        <p:spPr bwMode="auto">
          <a:xfrm>
            <a:off x="7941411" y="2780310"/>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dirty="0" err="1">
                <a:solidFill>
                  <a:schemeClr val="bg1"/>
                </a:solidFill>
                <a:latin typeface="+mj-ea"/>
                <a:ea typeface="+mj-ea"/>
              </a:rPr>
              <a:t>r1</a:t>
            </a:r>
            <a:endParaRPr lang="en-US" altLang="zh-CN" sz="2400" b="1" dirty="0">
              <a:solidFill>
                <a:schemeClr val="bg1"/>
              </a:solidFill>
              <a:latin typeface="+mj-ea"/>
              <a:ea typeface="+mj-ea"/>
            </a:endParaRPr>
          </a:p>
        </p:txBody>
      </p:sp>
      <p:sp>
        <p:nvSpPr>
          <p:cNvPr id="53" name="Text Box 113">
            <a:extLst>
              <a:ext uri="{FF2B5EF4-FFF2-40B4-BE49-F238E27FC236}">
                <a16:creationId xmlns:a16="http://schemas.microsoft.com/office/drawing/2014/main" id="{BD0E897B-A7D9-4E1D-A805-A4DE496991BC}"/>
              </a:ext>
            </a:extLst>
          </p:cNvPr>
          <p:cNvSpPr txBox="1">
            <a:spLocks noChangeArrowheads="1"/>
          </p:cNvSpPr>
          <p:nvPr/>
        </p:nvSpPr>
        <p:spPr bwMode="auto">
          <a:xfrm>
            <a:off x="9449194" y="3852893"/>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r2</a:t>
            </a:r>
          </a:p>
        </p:txBody>
      </p:sp>
      <p:sp>
        <p:nvSpPr>
          <p:cNvPr id="54" name="Text Box 113">
            <a:extLst>
              <a:ext uri="{FF2B5EF4-FFF2-40B4-BE49-F238E27FC236}">
                <a16:creationId xmlns:a16="http://schemas.microsoft.com/office/drawing/2014/main" id="{4837C40D-519A-431F-8159-13587A41019A}"/>
              </a:ext>
            </a:extLst>
          </p:cNvPr>
          <p:cNvSpPr txBox="1">
            <a:spLocks noChangeArrowheads="1"/>
          </p:cNvSpPr>
          <p:nvPr/>
        </p:nvSpPr>
        <p:spPr bwMode="auto">
          <a:xfrm>
            <a:off x="9480293" y="5076855"/>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r3</a:t>
            </a:r>
          </a:p>
        </p:txBody>
      </p:sp>
    </p:spTree>
    <p:extLst>
      <p:ext uri="{BB962C8B-B14F-4D97-AF65-F5344CB8AC3E}">
        <p14:creationId xmlns:p14="http://schemas.microsoft.com/office/powerpoint/2010/main" val="23949799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90183"/>
                                        </p:tgtEl>
                                        <p:attrNameLst>
                                          <p:attrName>style.visibility</p:attrName>
                                        </p:attrNameLst>
                                      </p:cBhvr>
                                      <p:to>
                                        <p:strVal val="visible"/>
                                      </p:to>
                                    </p:set>
                                    <p:animEffect transition="in" filter="fade">
                                      <p:cBhvr>
                                        <p:cTn id="12" dur="500"/>
                                        <p:tgtEl>
                                          <p:spTgt spid="69018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90182"/>
                                        </p:tgtEl>
                                        <p:attrNameLst>
                                          <p:attrName>style.visibility</p:attrName>
                                        </p:attrNameLst>
                                      </p:cBhvr>
                                      <p:to>
                                        <p:strVal val="visible"/>
                                      </p:to>
                                    </p:set>
                                    <p:animEffect transition="in" filter="fade">
                                      <p:cBhvr>
                                        <p:cTn id="15" dur="500"/>
                                        <p:tgtEl>
                                          <p:spTgt spid="69018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1"/>
                                        </p:tgtEl>
                                        <p:attrNameLst>
                                          <p:attrName>style.visibility</p:attrName>
                                        </p:attrNameLst>
                                      </p:cBhvr>
                                      <p:to>
                                        <p:strVal val="visible"/>
                                      </p:to>
                                    </p:set>
                                    <p:animEffect transition="in" filter="fade">
                                      <p:cBhvr>
                                        <p:cTn id="20" dur="500"/>
                                        <p:tgtEl>
                                          <p:spTgt spid="5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90194"/>
                                        </p:tgtEl>
                                        <p:attrNameLst>
                                          <p:attrName>style.visibility</p:attrName>
                                        </p:attrNameLst>
                                      </p:cBhvr>
                                      <p:to>
                                        <p:strVal val="visible"/>
                                      </p:to>
                                    </p:set>
                                    <p:animEffect transition="in" filter="fade">
                                      <p:cBhvr>
                                        <p:cTn id="25" dur="500"/>
                                        <p:tgtEl>
                                          <p:spTgt spid="69019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90204"/>
                                        </p:tgtEl>
                                        <p:attrNameLst>
                                          <p:attrName>style.visibility</p:attrName>
                                        </p:attrNameLst>
                                      </p:cBhvr>
                                      <p:to>
                                        <p:strVal val="visible"/>
                                      </p:to>
                                    </p:set>
                                    <p:animEffect transition="in" filter="fade">
                                      <p:cBhvr>
                                        <p:cTn id="28" dur="500"/>
                                        <p:tgtEl>
                                          <p:spTgt spid="69020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690205"/>
                                        </p:tgtEl>
                                        <p:attrNameLst>
                                          <p:attrName>style.visibility</p:attrName>
                                        </p:attrNameLst>
                                      </p:cBhvr>
                                      <p:to>
                                        <p:strVal val="visible"/>
                                      </p:to>
                                    </p:set>
                                    <p:animEffect transition="in" filter="fade">
                                      <p:cBhvr>
                                        <p:cTn id="33" dur="500"/>
                                        <p:tgtEl>
                                          <p:spTgt spid="69020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90195"/>
                                        </p:tgtEl>
                                        <p:attrNameLst>
                                          <p:attrName>style.visibility</p:attrName>
                                        </p:attrNameLst>
                                      </p:cBhvr>
                                      <p:to>
                                        <p:strVal val="visible"/>
                                      </p:to>
                                    </p:set>
                                    <p:animEffect transition="in" filter="fade">
                                      <p:cBhvr>
                                        <p:cTn id="36" dur="500"/>
                                        <p:tgtEl>
                                          <p:spTgt spid="69019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fade">
                                      <p:cBhvr>
                                        <p:cTn id="41" dur="500"/>
                                        <p:tgtEl>
                                          <p:spTgt spid="5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690208"/>
                                        </p:tgtEl>
                                        <p:attrNameLst>
                                          <p:attrName>style.visibility</p:attrName>
                                        </p:attrNameLst>
                                      </p:cBhvr>
                                      <p:to>
                                        <p:strVal val="visible"/>
                                      </p:to>
                                    </p:set>
                                    <p:animEffect transition="in" filter="fade">
                                      <p:cBhvr>
                                        <p:cTn id="46" dur="500"/>
                                        <p:tgtEl>
                                          <p:spTgt spid="69020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690197"/>
                                        </p:tgtEl>
                                        <p:attrNameLst>
                                          <p:attrName>style.visibility</p:attrName>
                                        </p:attrNameLst>
                                      </p:cBhvr>
                                      <p:to>
                                        <p:strVal val="visible"/>
                                      </p:to>
                                    </p:set>
                                    <p:animEffect transition="in" filter="fade">
                                      <p:cBhvr>
                                        <p:cTn id="49" dur="500"/>
                                        <p:tgtEl>
                                          <p:spTgt spid="69019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690198"/>
                                        </p:tgtEl>
                                        <p:attrNameLst>
                                          <p:attrName>style.visibility</p:attrName>
                                        </p:attrNameLst>
                                      </p:cBhvr>
                                      <p:to>
                                        <p:strVal val="visible"/>
                                      </p:to>
                                    </p:set>
                                    <p:animEffect transition="in" filter="fade">
                                      <p:cBhvr>
                                        <p:cTn id="54" dur="500"/>
                                        <p:tgtEl>
                                          <p:spTgt spid="69019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690209"/>
                                        </p:tgtEl>
                                        <p:attrNameLst>
                                          <p:attrName>style.visibility</p:attrName>
                                        </p:attrNameLst>
                                      </p:cBhvr>
                                      <p:to>
                                        <p:strVal val="visible"/>
                                      </p:to>
                                    </p:set>
                                    <p:animEffect transition="in" filter="fade">
                                      <p:cBhvr>
                                        <p:cTn id="57" dur="500"/>
                                        <p:tgtEl>
                                          <p:spTgt spid="69020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53"/>
                                        </p:tgtEl>
                                        <p:attrNameLst>
                                          <p:attrName>style.visibility</p:attrName>
                                        </p:attrNameLst>
                                      </p:cBhvr>
                                      <p:to>
                                        <p:strVal val="visible"/>
                                      </p:to>
                                    </p:set>
                                    <p:animEffect transition="in" filter="fade">
                                      <p:cBhvr>
                                        <p:cTn id="62" dur="500"/>
                                        <p:tgtEl>
                                          <p:spTgt spid="5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690210"/>
                                        </p:tgtEl>
                                        <p:attrNameLst>
                                          <p:attrName>style.visibility</p:attrName>
                                        </p:attrNameLst>
                                      </p:cBhvr>
                                      <p:to>
                                        <p:strVal val="visible"/>
                                      </p:to>
                                    </p:set>
                                    <p:animEffect transition="in" filter="fade">
                                      <p:cBhvr>
                                        <p:cTn id="67" dur="500"/>
                                        <p:tgtEl>
                                          <p:spTgt spid="690210"/>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690199"/>
                                        </p:tgtEl>
                                        <p:attrNameLst>
                                          <p:attrName>style.visibility</p:attrName>
                                        </p:attrNameLst>
                                      </p:cBhvr>
                                      <p:to>
                                        <p:strVal val="visible"/>
                                      </p:to>
                                    </p:set>
                                    <p:animEffect transition="in" filter="fade">
                                      <p:cBhvr>
                                        <p:cTn id="70" dur="500"/>
                                        <p:tgtEl>
                                          <p:spTgt spid="690199"/>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54"/>
                                        </p:tgtEl>
                                        <p:attrNameLst>
                                          <p:attrName>style.visibility</p:attrName>
                                        </p:attrNameLst>
                                      </p:cBhvr>
                                      <p:to>
                                        <p:strVal val="visible"/>
                                      </p:to>
                                    </p:set>
                                    <p:animEffect transition="in" filter="fade">
                                      <p:cBhvr>
                                        <p:cTn id="75" dur="500"/>
                                        <p:tgtEl>
                                          <p:spTgt spid="54"/>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690203"/>
                                        </p:tgtEl>
                                        <p:attrNameLst>
                                          <p:attrName>style.visibility</p:attrName>
                                        </p:attrNameLst>
                                      </p:cBhvr>
                                      <p:to>
                                        <p:strVal val="visible"/>
                                      </p:to>
                                    </p:set>
                                    <p:animEffect transition="in" filter="fade">
                                      <p:cBhvr>
                                        <p:cTn id="80" dur="500"/>
                                        <p:tgtEl>
                                          <p:spTgt spid="690203"/>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690193"/>
                                        </p:tgtEl>
                                        <p:attrNameLst>
                                          <p:attrName>style.visibility</p:attrName>
                                        </p:attrNameLst>
                                      </p:cBhvr>
                                      <p:to>
                                        <p:strVal val="visible"/>
                                      </p:to>
                                    </p:set>
                                    <p:animEffect transition="in" filter="fade">
                                      <p:cBhvr>
                                        <p:cTn id="83" dur="500"/>
                                        <p:tgtEl>
                                          <p:spTgt spid="690193"/>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690206"/>
                                        </p:tgtEl>
                                        <p:attrNameLst>
                                          <p:attrName>style.visibility</p:attrName>
                                        </p:attrNameLst>
                                      </p:cBhvr>
                                      <p:to>
                                        <p:strVal val="visible"/>
                                      </p:to>
                                    </p:set>
                                    <p:animEffect transition="in" filter="fade">
                                      <p:cBhvr>
                                        <p:cTn id="88" dur="500"/>
                                        <p:tgtEl>
                                          <p:spTgt spid="690206"/>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690196"/>
                                        </p:tgtEl>
                                        <p:attrNameLst>
                                          <p:attrName>style.visibility</p:attrName>
                                        </p:attrNameLst>
                                      </p:cBhvr>
                                      <p:to>
                                        <p:strVal val="visible"/>
                                      </p:to>
                                    </p:set>
                                    <p:animEffect transition="in" filter="fade">
                                      <p:cBhvr>
                                        <p:cTn id="91" dur="500"/>
                                        <p:tgtEl>
                                          <p:spTgt spid="690196"/>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10" presetClass="entr" presetSubtype="0" fill="hold" nodeType="clickEffect">
                                  <p:stCondLst>
                                    <p:cond delay="0"/>
                                  </p:stCondLst>
                                  <p:childTnLst>
                                    <p:set>
                                      <p:cBhvr>
                                        <p:cTn id="95" dur="1" fill="hold">
                                          <p:stCondLst>
                                            <p:cond delay="0"/>
                                          </p:stCondLst>
                                        </p:cTn>
                                        <p:tgtEl>
                                          <p:spTgt spid="690200"/>
                                        </p:tgtEl>
                                        <p:attrNameLst>
                                          <p:attrName>style.visibility</p:attrName>
                                        </p:attrNameLst>
                                      </p:cBhvr>
                                      <p:to>
                                        <p:strVal val="visible"/>
                                      </p:to>
                                    </p:set>
                                    <p:animEffect transition="in" filter="fade">
                                      <p:cBhvr>
                                        <p:cTn id="96" dur="500"/>
                                        <p:tgtEl>
                                          <p:spTgt spid="69020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690207"/>
                                        </p:tgtEl>
                                        <p:attrNameLst>
                                          <p:attrName>style.visibility</p:attrName>
                                        </p:attrNameLst>
                                      </p:cBhvr>
                                      <p:to>
                                        <p:strVal val="visible"/>
                                      </p:to>
                                    </p:set>
                                    <p:animEffect transition="in" filter="fade">
                                      <p:cBhvr>
                                        <p:cTn id="99" dur="500"/>
                                        <p:tgtEl>
                                          <p:spTgt spid="690207"/>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690214"/>
                                        </p:tgtEl>
                                        <p:attrNameLst>
                                          <p:attrName>style.visibility</p:attrName>
                                        </p:attrNameLst>
                                      </p:cBhvr>
                                      <p:to>
                                        <p:strVal val="visible"/>
                                      </p:to>
                                    </p:set>
                                    <p:animEffect transition="in" filter="fade">
                                      <p:cBhvr>
                                        <p:cTn id="104" dur="500"/>
                                        <p:tgtEl>
                                          <p:spTgt spid="690214"/>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690215"/>
                                        </p:tgtEl>
                                        <p:attrNameLst>
                                          <p:attrName>style.visibility</p:attrName>
                                        </p:attrNameLst>
                                      </p:cBhvr>
                                      <p:to>
                                        <p:strVal val="visible"/>
                                      </p:to>
                                    </p:set>
                                    <p:animEffect transition="in" filter="fade">
                                      <p:cBhvr>
                                        <p:cTn id="107" dur="500"/>
                                        <p:tgtEl>
                                          <p:spTgt spid="690215"/>
                                        </p:tgtEl>
                                      </p:cBhvr>
                                    </p:animEffect>
                                  </p:childTnLst>
                                </p:cTn>
                              </p:par>
                              <p:par>
                                <p:cTn id="108" presetID="10" presetClass="entr" presetSubtype="0" fill="hold" nodeType="withEffect">
                                  <p:stCondLst>
                                    <p:cond delay="0"/>
                                  </p:stCondLst>
                                  <p:childTnLst>
                                    <p:set>
                                      <p:cBhvr>
                                        <p:cTn id="109" dur="1" fill="hold">
                                          <p:stCondLst>
                                            <p:cond delay="0"/>
                                          </p:stCondLst>
                                        </p:cTn>
                                        <p:tgtEl>
                                          <p:spTgt spid="690223"/>
                                        </p:tgtEl>
                                        <p:attrNameLst>
                                          <p:attrName>style.visibility</p:attrName>
                                        </p:attrNameLst>
                                      </p:cBhvr>
                                      <p:to>
                                        <p:strVal val="visible"/>
                                      </p:to>
                                    </p:set>
                                    <p:animEffect transition="in" filter="fade">
                                      <p:cBhvr>
                                        <p:cTn id="110" dur="500"/>
                                        <p:tgtEl>
                                          <p:spTgt spid="690223"/>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690216"/>
                                        </p:tgtEl>
                                        <p:attrNameLst>
                                          <p:attrName>style.visibility</p:attrName>
                                        </p:attrNameLst>
                                      </p:cBhvr>
                                      <p:to>
                                        <p:strVal val="visible"/>
                                      </p:to>
                                    </p:set>
                                    <p:animEffect transition="in" filter="fade">
                                      <p:cBhvr>
                                        <p:cTn id="115" dur="500"/>
                                        <p:tgtEl>
                                          <p:spTgt spid="690216"/>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690217"/>
                                        </p:tgtEl>
                                        <p:attrNameLst>
                                          <p:attrName>style.visibility</p:attrName>
                                        </p:attrNameLst>
                                      </p:cBhvr>
                                      <p:to>
                                        <p:strVal val="visible"/>
                                      </p:to>
                                    </p:set>
                                    <p:animEffect transition="in" filter="fade">
                                      <p:cBhvr>
                                        <p:cTn id="118" dur="500"/>
                                        <p:tgtEl>
                                          <p:spTgt spid="690217"/>
                                        </p:tgtEl>
                                      </p:cBhvr>
                                    </p:animEffect>
                                  </p:childTnLst>
                                </p:cTn>
                              </p:par>
                              <p:par>
                                <p:cTn id="119" presetID="10" presetClass="entr" presetSubtype="0" fill="hold" nodeType="withEffect">
                                  <p:stCondLst>
                                    <p:cond delay="0"/>
                                  </p:stCondLst>
                                  <p:childTnLst>
                                    <p:set>
                                      <p:cBhvr>
                                        <p:cTn id="120" dur="1" fill="hold">
                                          <p:stCondLst>
                                            <p:cond delay="0"/>
                                          </p:stCondLst>
                                        </p:cTn>
                                        <p:tgtEl>
                                          <p:spTgt spid="690218"/>
                                        </p:tgtEl>
                                        <p:attrNameLst>
                                          <p:attrName>style.visibility</p:attrName>
                                        </p:attrNameLst>
                                      </p:cBhvr>
                                      <p:to>
                                        <p:strVal val="visible"/>
                                      </p:to>
                                    </p:set>
                                    <p:animEffect transition="in" filter="fade">
                                      <p:cBhvr>
                                        <p:cTn id="121" dur="500"/>
                                        <p:tgtEl>
                                          <p:spTgt spid="690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0182" grpId="0" animBg="1"/>
      <p:bldP spid="690183" grpId="0"/>
      <p:bldP spid="690193" grpId="0" animBg="1"/>
      <p:bldP spid="690194" grpId="0" animBg="1"/>
      <p:bldP spid="690195" grpId="0" animBg="1"/>
      <p:bldP spid="690196" grpId="0" animBg="1"/>
      <p:bldP spid="690197" grpId="0" animBg="1"/>
      <p:bldP spid="690198" grpId="0" animBg="1"/>
      <p:bldP spid="690199" grpId="0" animBg="1"/>
      <p:bldP spid="690203" grpId="0"/>
      <p:bldP spid="690204" grpId="0"/>
      <p:bldP spid="690205" grpId="0"/>
      <p:bldP spid="690206" grpId="0"/>
      <p:bldP spid="690207" grpId="0"/>
      <p:bldP spid="690208" grpId="0"/>
      <p:bldP spid="690209" grpId="0"/>
      <p:bldP spid="690210" grpId="0"/>
      <p:bldP spid="690214" grpId="0" animBg="1"/>
      <p:bldP spid="690215" grpId="0"/>
      <p:bldP spid="690216" grpId="0" animBg="1"/>
      <p:bldP spid="690217" grpId="0"/>
      <p:bldP spid="55" grpId="0" animBg="1"/>
      <p:bldP spid="51" grpId="0"/>
      <p:bldP spid="52" grpId="0"/>
      <p:bldP spid="53" grpId="0"/>
      <p:bldP spid="5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p:cNvSpPr>
            <a:spLocks noGrp="1" noChangeArrowheads="1"/>
          </p:cNvSpPr>
          <p:nvPr>
            <p:ph idx="1"/>
          </p:nvPr>
        </p:nvSpPr>
        <p:spPr/>
        <p:txBody>
          <a:bodyPr/>
          <a:lstStyle/>
          <a:p>
            <a:r>
              <a:rPr lang="el-GR" altLang="zh-CN" dirty="0"/>
              <a:t>ε</a:t>
            </a:r>
            <a:r>
              <a:rPr lang="zh-CN" altLang="en-US" dirty="0"/>
              <a:t>连线表示不需要从输入串中识别出任何符号就可以进行的状态转换关系，所以，</a:t>
            </a:r>
            <a:r>
              <a:rPr lang="el-GR" altLang="zh-CN" dirty="0"/>
              <a:t>ε</a:t>
            </a:r>
            <a:r>
              <a:rPr lang="zh-CN" altLang="en-US" dirty="0"/>
              <a:t>连线的源状态和目标状态对应的符号栈的</a:t>
            </a:r>
            <a:r>
              <a:rPr lang="zh-CN" altLang="en-US" dirty="0">
                <a:solidFill>
                  <a:srgbClr val="EE853E"/>
                </a:solidFill>
              </a:rPr>
              <a:t>状态</a:t>
            </a:r>
            <a:r>
              <a:rPr lang="zh-CN" altLang="en-US" dirty="0"/>
              <a:t>是</a:t>
            </a:r>
            <a:r>
              <a:rPr lang="zh-CN" altLang="en-US" dirty="0">
                <a:solidFill>
                  <a:srgbClr val="EE853E"/>
                </a:solidFill>
              </a:rPr>
              <a:t>相同</a:t>
            </a:r>
            <a:r>
              <a:rPr lang="zh-CN" altLang="en-US" dirty="0"/>
              <a:t>的。把这些对应相同状态的项目放在一起，组成一个集合，称为</a:t>
            </a:r>
            <a:r>
              <a:rPr lang="zh-CN" altLang="en-US" dirty="0">
                <a:solidFill>
                  <a:srgbClr val="EE853E"/>
                </a:solidFill>
              </a:rPr>
              <a:t>有效项目集</a:t>
            </a:r>
            <a:r>
              <a:rPr lang="zh-CN" altLang="en-US" dirty="0"/>
              <a:t>。</a:t>
            </a:r>
          </a:p>
        </p:txBody>
      </p:sp>
      <p:sp>
        <p:nvSpPr>
          <p:cNvPr id="2" name="标题 1"/>
          <p:cNvSpPr>
            <a:spLocks noGrp="1"/>
          </p:cNvSpPr>
          <p:nvPr>
            <p:ph type="title"/>
          </p:nvPr>
        </p:nvSpPr>
        <p:spPr/>
        <p:txBody>
          <a:bodyPr/>
          <a:lstStyle/>
          <a:p>
            <a:r>
              <a:rPr lang="zh-CN" altLang="en-US" dirty="0"/>
              <a:t>有效项目集</a:t>
            </a:r>
            <a:endParaRPr lang="en-US" dirty="0"/>
          </a:p>
        </p:txBody>
      </p:sp>
    </p:spTree>
    <p:extLst>
      <p:ext uri="{BB962C8B-B14F-4D97-AF65-F5344CB8AC3E}">
        <p14:creationId xmlns:p14="http://schemas.microsoft.com/office/powerpoint/2010/main" val="97079632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227" name="Rectangle 3"/>
          <p:cNvSpPr>
            <a:spLocks noGrp="1" noChangeArrowheads="1"/>
          </p:cNvSpPr>
          <p:nvPr>
            <p:ph idx="1"/>
          </p:nvPr>
        </p:nvSpPr>
        <p:spPr/>
        <p:txBody>
          <a:bodyPr/>
          <a:lstStyle/>
          <a:p>
            <a:r>
              <a:rPr lang="zh-CN" altLang="en-US" dirty="0"/>
              <a:t>设 </a:t>
            </a:r>
            <a:r>
              <a:rPr lang="en-US" altLang="zh-CN" dirty="0"/>
              <a:t>I </a:t>
            </a:r>
            <a:r>
              <a:rPr lang="zh-CN" altLang="en-US" dirty="0"/>
              <a:t>是一个项目集，则 </a:t>
            </a:r>
            <a:r>
              <a:rPr lang="en-US" altLang="zh-CN" dirty="0"/>
              <a:t>closure(I) </a:t>
            </a:r>
            <a:r>
              <a:rPr lang="zh-CN" altLang="en-US" dirty="0"/>
              <a:t>是 </a:t>
            </a:r>
            <a:r>
              <a:rPr lang="en-US" altLang="zh-CN" dirty="0"/>
              <a:t>I </a:t>
            </a:r>
            <a:r>
              <a:rPr lang="zh-CN" altLang="en-US" dirty="0"/>
              <a:t>对应的有效项目集。通过以下步骤可求出</a:t>
            </a:r>
            <a:r>
              <a:rPr lang="en-US" altLang="zh-CN" dirty="0"/>
              <a:t>closure(I)</a:t>
            </a:r>
            <a:r>
              <a:rPr lang="zh-CN" altLang="en-US" dirty="0"/>
              <a:t>：</a:t>
            </a:r>
          </a:p>
          <a:p>
            <a:r>
              <a:rPr lang="en-US" altLang="zh-CN" dirty="0"/>
              <a:t>1.	</a:t>
            </a:r>
            <a:r>
              <a:rPr lang="zh-CN" altLang="en-US" dirty="0"/>
              <a:t>对</a:t>
            </a:r>
            <a:r>
              <a:rPr lang="en-US" altLang="zh-CN" dirty="0">
                <a:sym typeface="Symbol" panose="05050102010706020507" pitchFamily="18" charset="2"/>
              </a:rPr>
              <a:t></a:t>
            </a:r>
            <a:r>
              <a:rPr lang="en-US" altLang="zh-CN" dirty="0" err="1"/>
              <a:t>i</a:t>
            </a:r>
            <a:r>
              <a:rPr lang="en-US" altLang="zh-CN" dirty="0" err="1">
                <a:sym typeface="Symbol" pitchFamily="18" charset="2"/>
              </a:rPr>
              <a:t>∈</a:t>
            </a:r>
            <a:r>
              <a:rPr lang="en-US" altLang="zh-CN" dirty="0" err="1"/>
              <a:t>I</a:t>
            </a:r>
            <a:r>
              <a:rPr lang="zh-CN" altLang="en-US" dirty="0"/>
              <a:t>，都有</a:t>
            </a:r>
            <a:r>
              <a:rPr lang="en-US" altLang="zh-CN" dirty="0" err="1"/>
              <a:t>i</a:t>
            </a:r>
            <a:r>
              <a:rPr lang="en-US" altLang="zh-CN" dirty="0" err="1">
                <a:sym typeface="Symbol" pitchFamily="18" charset="2"/>
              </a:rPr>
              <a:t>∈</a:t>
            </a:r>
            <a:r>
              <a:rPr lang="en-US" altLang="zh-CN" dirty="0" err="1"/>
              <a:t>closure</a:t>
            </a:r>
            <a:r>
              <a:rPr lang="en-US" altLang="zh-CN" dirty="0"/>
              <a:t>(I)</a:t>
            </a:r>
            <a:r>
              <a:rPr lang="zh-CN" altLang="en-US" dirty="0"/>
              <a:t>；</a:t>
            </a:r>
          </a:p>
          <a:p>
            <a:r>
              <a:rPr lang="en-US" altLang="zh-CN" dirty="0"/>
              <a:t>2.	</a:t>
            </a:r>
            <a:r>
              <a:rPr lang="zh-CN" altLang="en-US" dirty="0"/>
              <a:t>若</a:t>
            </a:r>
            <a:r>
              <a:rPr lang="en-US" altLang="zh-CN" dirty="0"/>
              <a:t>A</a:t>
            </a:r>
            <a:r>
              <a:rPr lang="en-US" altLang="zh-CN" dirty="0">
                <a:sym typeface="Symbol" pitchFamily="18" charset="2"/>
              </a:rPr>
              <a:t>→</a:t>
            </a:r>
            <a:r>
              <a:rPr lang="el-GR" altLang="zh-CN" dirty="0">
                <a:sym typeface="Symbol" pitchFamily="18" charset="2"/>
              </a:rPr>
              <a:t>α</a:t>
            </a:r>
            <a:r>
              <a:rPr lang="en-US" altLang="zh-CN" dirty="0">
                <a:sym typeface="Symbol" pitchFamily="18" charset="2"/>
              </a:rPr>
              <a:t>∙</a:t>
            </a:r>
            <a:r>
              <a:rPr lang="en-US" altLang="zh-CN" dirty="0"/>
              <a:t>B</a:t>
            </a:r>
            <a:r>
              <a:rPr lang="en-US" altLang="zh-CN" dirty="0">
                <a:sym typeface="Symbol" pitchFamily="18" charset="2"/>
              </a:rPr>
              <a:t> ∈ </a:t>
            </a:r>
            <a:r>
              <a:rPr lang="en-US" altLang="zh-CN" dirty="0"/>
              <a:t>closure(I)</a:t>
            </a:r>
            <a:r>
              <a:rPr lang="zh-CN" altLang="en-US" dirty="0"/>
              <a:t>，且存在产生式</a:t>
            </a:r>
            <a:r>
              <a:rPr lang="en-US" altLang="zh-CN" dirty="0"/>
              <a:t>B</a:t>
            </a:r>
            <a:r>
              <a:rPr lang="en-US" altLang="zh-CN" dirty="0">
                <a:sym typeface="Symbol" pitchFamily="18" charset="2"/>
              </a:rPr>
              <a:t>→</a:t>
            </a:r>
            <a:r>
              <a:rPr lang="el-GR" altLang="zh-CN" dirty="0">
                <a:sym typeface="Symbol" pitchFamily="18" charset="2"/>
              </a:rPr>
              <a:t>β</a:t>
            </a:r>
            <a:r>
              <a:rPr lang="zh-CN" altLang="en-US" dirty="0"/>
              <a:t>，则</a:t>
            </a:r>
            <a:r>
              <a:rPr lang="en-US" altLang="zh-CN" dirty="0"/>
              <a:t>B</a:t>
            </a:r>
            <a:r>
              <a:rPr lang="en-US" altLang="zh-CN" dirty="0">
                <a:sym typeface="Symbol" pitchFamily="18" charset="2"/>
              </a:rPr>
              <a:t>→∙</a:t>
            </a:r>
            <a:r>
              <a:rPr lang="el-GR" altLang="zh-CN" dirty="0">
                <a:sym typeface="Symbol" pitchFamily="18" charset="2"/>
              </a:rPr>
              <a:t>β</a:t>
            </a:r>
            <a:r>
              <a:rPr lang="en-US" altLang="zh-CN" dirty="0">
                <a:sym typeface="Symbol" pitchFamily="18" charset="2"/>
              </a:rPr>
              <a:t> ∈ </a:t>
            </a:r>
            <a:r>
              <a:rPr lang="en-US" altLang="zh-CN" dirty="0"/>
              <a:t>closure(I)</a:t>
            </a:r>
            <a:r>
              <a:rPr lang="zh-CN" altLang="en-US" dirty="0"/>
              <a:t>；</a:t>
            </a:r>
          </a:p>
          <a:p>
            <a:r>
              <a:rPr lang="en-US" altLang="zh-CN" dirty="0"/>
              <a:t>3.	</a:t>
            </a:r>
            <a:r>
              <a:rPr lang="zh-CN" altLang="en-US" dirty="0"/>
              <a:t>重复</a:t>
            </a:r>
            <a:r>
              <a:rPr lang="en-US" altLang="zh-CN" dirty="0"/>
              <a:t>2</a:t>
            </a:r>
            <a:r>
              <a:rPr lang="zh-CN" altLang="en-US" dirty="0"/>
              <a:t>，直至</a:t>
            </a:r>
            <a:r>
              <a:rPr lang="en-US" altLang="zh-CN" dirty="0"/>
              <a:t>closure(I)</a:t>
            </a:r>
            <a:r>
              <a:rPr lang="zh-CN" altLang="en-US" dirty="0"/>
              <a:t>不再增大。</a:t>
            </a:r>
            <a:endParaRPr lang="en-US" altLang="zh-CN" dirty="0"/>
          </a:p>
          <a:p>
            <a:endParaRPr lang="en-US" altLang="zh-CN" dirty="0"/>
          </a:p>
          <a:p>
            <a:r>
              <a:rPr lang="zh-CN" altLang="en-US" dirty="0"/>
              <a:t>例：</a:t>
            </a:r>
            <a:r>
              <a:rPr lang="en-US" altLang="zh-CN" dirty="0"/>
              <a:t>closure( { S’→</a:t>
            </a:r>
            <a:r>
              <a:rPr lang="en-US" altLang="zh-CN" dirty="0">
                <a:sym typeface="Symbol" pitchFamily="18" charset="2"/>
              </a:rPr>
              <a:t></a:t>
            </a:r>
            <a:r>
              <a:rPr lang="en-US" altLang="zh-CN" dirty="0"/>
              <a:t>S } )  =  {	S’→</a:t>
            </a:r>
            <a:r>
              <a:rPr lang="en-US" altLang="zh-CN" dirty="0">
                <a:sym typeface="Symbol" pitchFamily="18" charset="2"/>
              </a:rPr>
              <a:t></a:t>
            </a:r>
            <a:r>
              <a:rPr lang="en-US" altLang="zh-CN" dirty="0"/>
              <a:t>S ,  </a:t>
            </a:r>
          </a:p>
          <a:p>
            <a:r>
              <a:rPr lang="en-US" altLang="zh-CN" dirty="0"/>
              <a:t>                                            		S→</a:t>
            </a:r>
            <a:r>
              <a:rPr lang="en-US" altLang="zh-CN" dirty="0">
                <a:sym typeface="Symbol" pitchFamily="18" charset="2"/>
              </a:rPr>
              <a:t></a:t>
            </a:r>
            <a:r>
              <a:rPr lang="en-US" altLang="zh-CN" dirty="0"/>
              <a:t>BB , </a:t>
            </a:r>
          </a:p>
          <a:p>
            <a:r>
              <a:rPr lang="en-US" altLang="zh-CN" dirty="0"/>
              <a:t>										B→</a:t>
            </a:r>
            <a:r>
              <a:rPr lang="en-US" altLang="zh-CN" dirty="0">
                <a:sym typeface="Symbol" pitchFamily="18" charset="2"/>
              </a:rPr>
              <a:t></a:t>
            </a:r>
            <a:r>
              <a:rPr lang="en-US" altLang="zh-CN" dirty="0" err="1"/>
              <a:t>aB</a:t>
            </a:r>
            <a:r>
              <a:rPr lang="en-US" altLang="zh-CN" dirty="0"/>
              <a:t> , 	B→</a:t>
            </a:r>
            <a:r>
              <a:rPr lang="en-US" altLang="zh-CN" dirty="0">
                <a:sym typeface="Symbol" pitchFamily="18" charset="2"/>
              </a:rPr>
              <a:t></a:t>
            </a:r>
            <a:r>
              <a:rPr lang="en-US" altLang="zh-CN" dirty="0"/>
              <a:t>b   }</a:t>
            </a:r>
          </a:p>
          <a:p>
            <a:endParaRPr lang="en-US" altLang="zh-CN" dirty="0"/>
          </a:p>
        </p:txBody>
      </p:sp>
      <p:sp>
        <p:nvSpPr>
          <p:cNvPr id="80899" name="Rectangle 2"/>
          <p:cNvSpPr>
            <a:spLocks noGrp="1" noChangeArrowheads="1"/>
          </p:cNvSpPr>
          <p:nvPr>
            <p:ph type="title"/>
          </p:nvPr>
        </p:nvSpPr>
        <p:spPr/>
        <p:txBody>
          <a:bodyPr/>
          <a:lstStyle/>
          <a:p>
            <a:r>
              <a:rPr lang="zh-CN" altLang="en-US" dirty="0"/>
              <a:t>有效项目集</a:t>
            </a:r>
          </a:p>
        </p:txBody>
      </p:sp>
    </p:spTree>
    <p:extLst>
      <p:ext uri="{BB962C8B-B14F-4D97-AF65-F5344CB8AC3E}">
        <p14:creationId xmlns:p14="http://schemas.microsoft.com/office/powerpoint/2010/main" val="19371000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92227">
                                            <p:txEl>
                                              <p:pRg st="5" end="5"/>
                                            </p:txEl>
                                          </p:spTgt>
                                        </p:tgtEl>
                                        <p:attrNameLst>
                                          <p:attrName>style.visibility</p:attrName>
                                        </p:attrNameLst>
                                      </p:cBhvr>
                                      <p:to>
                                        <p:strVal val="visible"/>
                                      </p:to>
                                    </p:set>
                                    <p:animEffect transition="in" filter="fade">
                                      <p:cBhvr>
                                        <p:cTn id="7" dur="500"/>
                                        <p:tgtEl>
                                          <p:spTgt spid="692227">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92227">
                                            <p:txEl>
                                              <p:pRg st="6" end="6"/>
                                            </p:txEl>
                                          </p:spTgt>
                                        </p:tgtEl>
                                        <p:attrNameLst>
                                          <p:attrName>style.visibility</p:attrName>
                                        </p:attrNameLst>
                                      </p:cBhvr>
                                      <p:to>
                                        <p:strVal val="visible"/>
                                      </p:to>
                                    </p:set>
                                    <p:animEffect transition="in" filter="fade">
                                      <p:cBhvr>
                                        <p:cTn id="12" dur="500"/>
                                        <p:tgtEl>
                                          <p:spTgt spid="692227">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92227">
                                            <p:txEl>
                                              <p:pRg st="7" end="7"/>
                                            </p:txEl>
                                          </p:spTgt>
                                        </p:tgtEl>
                                        <p:attrNameLst>
                                          <p:attrName>style.visibility</p:attrName>
                                        </p:attrNameLst>
                                      </p:cBhvr>
                                      <p:to>
                                        <p:strVal val="visible"/>
                                      </p:to>
                                    </p:set>
                                    <p:animEffect transition="in" filter="fade">
                                      <p:cBhvr>
                                        <p:cTn id="17" dur="500"/>
                                        <p:tgtEl>
                                          <p:spTgt spid="6922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2227"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1" name="Rectangle 3"/>
          <p:cNvSpPr>
            <a:spLocks noGrp="1" noChangeArrowheads="1"/>
          </p:cNvSpPr>
          <p:nvPr>
            <p:ph idx="1"/>
          </p:nvPr>
        </p:nvSpPr>
        <p:spPr/>
        <p:txBody>
          <a:bodyPr/>
          <a:lstStyle/>
          <a:p>
            <a:r>
              <a:rPr lang="zh-CN" altLang="en-US" dirty="0"/>
              <a:t>一个</a:t>
            </a:r>
            <a:r>
              <a:rPr lang="zh-CN" altLang="zh-CN" dirty="0"/>
              <a:t>有效项目集</a:t>
            </a:r>
            <a:r>
              <a:rPr lang="zh-CN" altLang="en-US" dirty="0"/>
              <a:t>（</a:t>
            </a:r>
            <a:r>
              <a:rPr lang="en-US" altLang="zh-CN" dirty="0"/>
              <a:t>I</a:t>
            </a:r>
            <a:r>
              <a:rPr lang="zh-CN" altLang="en-US" dirty="0"/>
              <a:t>）</a:t>
            </a:r>
            <a:r>
              <a:rPr lang="zh-CN" altLang="en-US" dirty="0">
                <a:sym typeface="Symbol" pitchFamily="18" charset="2"/>
              </a:rPr>
              <a:t>从输入串中识别一个符号（</a:t>
            </a:r>
            <a:r>
              <a:rPr lang="en-US" altLang="zh-CN" dirty="0">
                <a:sym typeface="Symbol" pitchFamily="18" charset="2"/>
              </a:rPr>
              <a:t>X</a:t>
            </a:r>
            <a:r>
              <a:rPr lang="zh-CN" altLang="en-US" dirty="0">
                <a:sym typeface="Symbol" pitchFamily="18" charset="2"/>
              </a:rPr>
              <a:t>）后，会转移到另一个有效项目集。把这种转移关系用一个函数表示，称为 </a:t>
            </a:r>
            <a:r>
              <a:rPr lang="en-US" altLang="zh-CN" dirty="0">
                <a:sym typeface="Symbol" pitchFamily="18" charset="2"/>
              </a:rPr>
              <a:t>go </a:t>
            </a:r>
            <a:r>
              <a:rPr lang="zh-CN" altLang="en-US" dirty="0">
                <a:sym typeface="Symbol" pitchFamily="18" charset="2"/>
              </a:rPr>
              <a:t>函数：</a:t>
            </a:r>
            <a:endParaRPr lang="en-US" altLang="zh-CN" dirty="0">
              <a:sym typeface="Symbol" pitchFamily="18" charset="2"/>
            </a:endParaRPr>
          </a:p>
          <a:p>
            <a:endParaRPr lang="en-US" altLang="zh-CN" dirty="0">
              <a:sym typeface="Symbol" pitchFamily="18" charset="2"/>
            </a:endParaRPr>
          </a:p>
          <a:p>
            <a:pPr algn="ctr"/>
            <a:r>
              <a:rPr lang="en-US" altLang="zh-CN" dirty="0">
                <a:sym typeface="Symbol" pitchFamily="18" charset="2"/>
              </a:rPr>
              <a:t>go(I, X) </a:t>
            </a:r>
            <a:r>
              <a:rPr lang="zh-CN" altLang="en-US" dirty="0">
                <a:sym typeface="Symbol" pitchFamily="18" charset="2"/>
              </a:rPr>
              <a:t>＝ </a:t>
            </a:r>
            <a:r>
              <a:rPr lang="en-US" altLang="zh-CN" dirty="0">
                <a:sym typeface="Symbol" pitchFamily="18" charset="2"/>
              </a:rPr>
              <a:t>closure( { A→</a:t>
            </a:r>
            <a:r>
              <a:rPr lang="el-GR" altLang="zh-CN" dirty="0">
                <a:sym typeface="Symbol" pitchFamily="18" charset="2"/>
              </a:rPr>
              <a:t>α</a:t>
            </a:r>
            <a:r>
              <a:rPr lang="en-US" altLang="zh-CN" dirty="0">
                <a:sym typeface="Symbol" pitchFamily="18" charset="2"/>
              </a:rPr>
              <a:t>X∙</a:t>
            </a:r>
            <a:r>
              <a:rPr lang="el-GR" altLang="zh-CN" dirty="0">
                <a:sym typeface="Symbol" pitchFamily="18" charset="2"/>
              </a:rPr>
              <a:t>β</a:t>
            </a:r>
            <a:r>
              <a:rPr lang="en-US" altLang="zh-CN" dirty="0">
                <a:sym typeface="Symbol" pitchFamily="18" charset="2"/>
              </a:rPr>
              <a:t>  |  A→</a:t>
            </a:r>
            <a:r>
              <a:rPr lang="el-GR" altLang="zh-CN" dirty="0">
                <a:sym typeface="Symbol" pitchFamily="18" charset="2"/>
              </a:rPr>
              <a:t>α</a:t>
            </a:r>
            <a:r>
              <a:rPr lang="en-US" altLang="zh-CN" dirty="0">
                <a:sym typeface="Symbol" pitchFamily="18" charset="2"/>
              </a:rPr>
              <a:t>∙X</a:t>
            </a:r>
            <a:r>
              <a:rPr lang="el-GR" altLang="zh-CN" dirty="0">
                <a:sym typeface="Symbol" pitchFamily="18" charset="2"/>
              </a:rPr>
              <a:t>β</a:t>
            </a:r>
            <a:r>
              <a:rPr lang="en-US" altLang="zh-CN" dirty="0">
                <a:sym typeface="Symbol" pitchFamily="18" charset="2"/>
              </a:rPr>
              <a:t>∈I } )</a:t>
            </a:r>
          </a:p>
          <a:p>
            <a:endParaRPr lang="zh-CN" altLang="en-US" dirty="0">
              <a:sym typeface="Symbol" pitchFamily="18" charset="2"/>
            </a:endParaRPr>
          </a:p>
        </p:txBody>
      </p:sp>
      <p:sp>
        <p:nvSpPr>
          <p:cNvPr id="81923" name="Rectangle 2"/>
          <p:cNvSpPr>
            <a:spLocks noGrp="1" noChangeArrowheads="1"/>
          </p:cNvSpPr>
          <p:nvPr>
            <p:ph type="title"/>
          </p:nvPr>
        </p:nvSpPr>
        <p:spPr/>
        <p:txBody>
          <a:bodyPr/>
          <a:lstStyle/>
          <a:p>
            <a:r>
              <a:rPr lang="en-US" altLang="zh-CN"/>
              <a:t>go(I, X)</a:t>
            </a:r>
            <a:endParaRPr lang="en-US" altLang="zh-CN" dirty="0"/>
          </a:p>
        </p:txBody>
      </p:sp>
    </p:spTree>
    <p:extLst>
      <p:ext uri="{BB962C8B-B14F-4D97-AF65-F5344CB8AC3E}">
        <p14:creationId xmlns:p14="http://schemas.microsoft.com/office/powerpoint/2010/main" val="343317286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4" name="Rectangle 2"/>
          <p:cNvSpPr>
            <a:spLocks noGrp="1" noChangeArrowheads="1"/>
          </p:cNvSpPr>
          <p:nvPr>
            <p:ph idx="1"/>
          </p:nvPr>
        </p:nvSpPr>
        <p:spPr/>
        <p:txBody>
          <a:bodyPr>
            <a:normAutofit/>
          </a:bodyPr>
          <a:lstStyle/>
          <a:p>
            <a:r>
              <a:rPr lang="zh-CN" altLang="en-US" dirty="0">
                <a:sym typeface="Symbol" pitchFamily="18" charset="2"/>
              </a:rPr>
              <a:t>一个文法</a:t>
            </a:r>
            <a:r>
              <a:rPr lang="en-US" altLang="zh-CN" dirty="0">
                <a:sym typeface="Symbol" pitchFamily="18" charset="2"/>
              </a:rPr>
              <a:t>G</a:t>
            </a:r>
            <a:r>
              <a:rPr lang="zh-CN" altLang="en-US" dirty="0">
                <a:sym typeface="Symbol" pitchFamily="18" charset="2"/>
              </a:rPr>
              <a:t>的所有有效项目集组成的集合，叫做文法</a:t>
            </a:r>
            <a:r>
              <a:rPr lang="en-US" altLang="zh-CN" dirty="0">
                <a:sym typeface="Symbol" pitchFamily="18" charset="2"/>
              </a:rPr>
              <a:t>G</a:t>
            </a:r>
            <a:r>
              <a:rPr lang="zh-CN" altLang="en-US" dirty="0">
                <a:sym typeface="Symbol" pitchFamily="18" charset="2"/>
              </a:rPr>
              <a:t>的项目集规范族（</a:t>
            </a:r>
            <a:r>
              <a:rPr lang="en-US" altLang="zh-CN" dirty="0">
                <a:sym typeface="Symbol" pitchFamily="18" charset="2"/>
              </a:rPr>
              <a:t>C</a:t>
            </a:r>
            <a:r>
              <a:rPr lang="zh-CN" altLang="en-US" dirty="0">
                <a:sym typeface="Symbol" pitchFamily="18" charset="2"/>
              </a:rPr>
              <a:t>），求项目集规范族的算法如下：</a:t>
            </a:r>
            <a:endParaRPr lang="en-US" altLang="zh-CN" dirty="0">
              <a:sym typeface="Symbol" pitchFamily="18" charset="2"/>
            </a:endParaRPr>
          </a:p>
          <a:p>
            <a:r>
              <a:rPr lang="en-US" altLang="zh-CN" dirty="0"/>
              <a:t>C = {	closure( {S’→</a:t>
            </a:r>
            <a:r>
              <a:rPr lang="en-US" altLang="zh-CN" dirty="0">
                <a:sym typeface="Symbol" pitchFamily="18" charset="2"/>
              </a:rPr>
              <a:t></a:t>
            </a:r>
            <a:r>
              <a:rPr lang="en-US" altLang="zh-CN" dirty="0"/>
              <a:t>S} )  } ;</a:t>
            </a:r>
          </a:p>
          <a:p>
            <a:r>
              <a:rPr lang="en-US" altLang="zh-CN" dirty="0"/>
              <a:t>do	 {	</a:t>
            </a:r>
          </a:p>
          <a:p>
            <a:r>
              <a:rPr lang="en-US" altLang="zh-CN" dirty="0"/>
              <a:t>		for ( C </a:t>
            </a:r>
            <a:r>
              <a:rPr lang="zh-CN" altLang="en-US" dirty="0"/>
              <a:t>中每</a:t>
            </a:r>
            <a:r>
              <a:rPr lang="zh-CN" altLang="en-US"/>
              <a:t>一个项目</a:t>
            </a:r>
            <a:r>
              <a:rPr lang="zh-CN" altLang="en-US" dirty="0"/>
              <a:t>集 </a:t>
            </a:r>
            <a:r>
              <a:rPr lang="en-US" altLang="zh-CN" dirty="0"/>
              <a:t>I </a:t>
            </a:r>
            <a:r>
              <a:rPr lang="zh-CN" altLang="en-US" dirty="0"/>
              <a:t>和符号 </a:t>
            </a:r>
            <a:r>
              <a:rPr lang="en-US" altLang="zh-CN" dirty="0"/>
              <a:t>X )  {  </a:t>
            </a:r>
          </a:p>
          <a:p>
            <a:r>
              <a:rPr lang="en-US" altLang="zh-CN" dirty="0"/>
              <a:t>			if ( go(</a:t>
            </a:r>
            <a:r>
              <a:rPr lang="en-US" altLang="zh-CN" dirty="0" err="1"/>
              <a:t>I,X</a:t>
            </a:r>
            <a:r>
              <a:rPr lang="en-US" altLang="zh-CN" dirty="0"/>
              <a:t>) </a:t>
            </a:r>
            <a:r>
              <a:rPr lang="en-US" altLang="zh-CN" dirty="0">
                <a:sym typeface="Symbol" pitchFamily="18" charset="2"/>
              </a:rPr>
              <a:t> </a:t>
            </a:r>
            <a:r>
              <a:rPr lang="en-US" altLang="zh-CN" dirty="0"/>
              <a:t>C )  </a:t>
            </a:r>
          </a:p>
          <a:p>
            <a:r>
              <a:rPr lang="en-US" altLang="zh-CN" dirty="0"/>
              <a:t>			then  </a:t>
            </a:r>
            <a:r>
              <a:rPr lang="zh-CN" altLang="en-US" dirty="0"/>
              <a:t>将</a:t>
            </a:r>
            <a:r>
              <a:rPr lang="en-US" altLang="zh-CN" dirty="0"/>
              <a:t>go(</a:t>
            </a:r>
            <a:r>
              <a:rPr lang="en-US" altLang="zh-CN" dirty="0" err="1"/>
              <a:t>I,X</a:t>
            </a:r>
            <a:r>
              <a:rPr lang="en-US" altLang="zh-CN" dirty="0"/>
              <a:t>)</a:t>
            </a:r>
            <a:r>
              <a:rPr lang="zh-CN" altLang="en-US" dirty="0"/>
              <a:t>加入</a:t>
            </a:r>
            <a:r>
              <a:rPr lang="en-US" altLang="zh-CN" dirty="0"/>
              <a:t>C ;</a:t>
            </a:r>
          </a:p>
          <a:p>
            <a:r>
              <a:rPr lang="en-US" altLang="zh-CN" dirty="0"/>
              <a:t>		}</a:t>
            </a:r>
          </a:p>
          <a:p>
            <a:r>
              <a:rPr lang="en-US" altLang="zh-CN" dirty="0"/>
              <a:t>} until (C</a:t>
            </a:r>
            <a:r>
              <a:rPr lang="zh-CN" altLang="en-US" dirty="0"/>
              <a:t>不再增大</a:t>
            </a:r>
            <a:r>
              <a:rPr lang="en-US" altLang="zh-CN" dirty="0"/>
              <a:t>)</a:t>
            </a:r>
            <a:endParaRPr lang="zh-CN" altLang="en-US" dirty="0">
              <a:sym typeface="Symbol" pitchFamily="18" charset="2"/>
            </a:endParaRPr>
          </a:p>
        </p:txBody>
      </p:sp>
      <p:sp>
        <p:nvSpPr>
          <p:cNvPr id="82948" name="Rectangle 3"/>
          <p:cNvSpPr>
            <a:spLocks noGrp="1" noChangeArrowheads="1"/>
          </p:cNvSpPr>
          <p:nvPr>
            <p:ph type="title"/>
          </p:nvPr>
        </p:nvSpPr>
        <p:spPr/>
        <p:txBody>
          <a:bodyPr/>
          <a:lstStyle/>
          <a:p>
            <a:r>
              <a:rPr lang="zh-CN" altLang="en-US" dirty="0"/>
              <a:t>项目集规范族</a:t>
            </a:r>
            <a:endParaRPr lang="en-US" altLang="zh-CN" dirty="0"/>
          </a:p>
        </p:txBody>
      </p:sp>
    </p:spTree>
    <p:extLst>
      <p:ext uri="{BB962C8B-B14F-4D97-AF65-F5344CB8AC3E}">
        <p14:creationId xmlns:p14="http://schemas.microsoft.com/office/powerpoint/2010/main" val="101398274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2"/>
          <p:cNvSpPr>
            <a:spLocks noGrp="1" noChangeArrowheads="1"/>
          </p:cNvSpPr>
          <p:nvPr>
            <p:ph idx="1"/>
          </p:nvPr>
        </p:nvSpPr>
        <p:spPr/>
        <p:txBody>
          <a:bodyPr/>
          <a:lstStyle/>
          <a:p>
            <a:r>
              <a:rPr lang="zh-CN" altLang="en-US" dirty="0"/>
              <a:t>实例：对于拓广文法</a:t>
            </a:r>
            <a:r>
              <a:rPr lang="en-US" altLang="zh-CN" dirty="0"/>
              <a:t>G’</a:t>
            </a:r>
          </a:p>
          <a:p>
            <a:r>
              <a:rPr lang="en-US" altLang="zh-CN" dirty="0"/>
              <a:t>0.	</a:t>
            </a:r>
            <a:r>
              <a:rPr lang="en-US" altLang="zh-CN" dirty="0" err="1"/>
              <a:t>S’→S</a:t>
            </a:r>
            <a:endParaRPr lang="en-US" altLang="zh-CN" dirty="0"/>
          </a:p>
          <a:p>
            <a:r>
              <a:rPr lang="en-US" altLang="zh-CN" dirty="0"/>
              <a:t>1.	</a:t>
            </a:r>
            <a:r>
              <a:rPr lang="en-US" altLang="zh-CN" dirty="0" err="1"/>
              <a:t>S→BB</a:t>
            </a:r>
            <a:endParaRPr lang="en-US" altLang="zh-CN" dirty="0"/>
          </a:p>
          <a:p>
            <a:r>
              <a:rPr lang="en-US" altLang="zh-CN" dirty="0"/>
              <a:t>2.	</a:t>
            </a:r>
            <a:r>
              <a:rPr lang="en-US" altLang="zh-CN" dirty="0" err="1"/>
              <a:t>B→aB</a:t>
            </a:r>
            <a:endParaRPr lang="en-US" altLang="zh-CN" dirty="0"/>
          </a:p>
          <a:p>
            <a:r>
              <a:rPr lang="en-US" altLang="zh-CN" dirty="0"/>
              <a:t>3.	</a:t>
            </a:r>
            <a:r>
              <a:rPr lang="en-US" altLang="zh-CN" dirty="0" err="1"/>
              <a:t>B→b</a:t>
            </a:r>
            <a:endParaRPr lang="en-US" altLang="zh-CN" dirty="0"/>
          </a:p>
          <a:p>
            <a:r>
              <a:rPr lang="zh-CN" altLang="en-US" dirty="0"/>
              <a:t>求该文法的项目集规范族。</a:t>
            </a:r>
          </a:p>
        </p:txBody>
      </p:sp>
      <p:sp>
        <p:nvSpPr>
          <p:cNvPr id="2" name="标题 1"/>
          <p:cNvSpPr>
            <a:spLocks noGrp="1"/>
          </p:cNvSpPr>
          <p:nvPr>
            <p:ph type="title"/>
          </p:nvPr>
        </p:nvSpPr>
        <p:spPr/>
        <p:txBody>
          <a:bodyPr/>
          <a:lstStyle/>
          <a:p>
            <a:r>
              <a:rPr lang="zh-CN" altLang="en-US" dirty="0"/>
              <a:t>项目集规范族</a:t>
            </a:r>
            <a:endParaRPr lang="en-US" dirty="0"/>
          </a:p>
        </p:txBody>
      </p:sp>
    </p:spTree>
    <p:extLst>
      <p:ext uri="{BB962C8B-B14F-4D97-AF65-F5344CB8AC3E}">
        <p14:creationId xmlns:p14="http://schemas.microsoft.com/office/powerpoint/2010/main" val="345247374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7347" name="Rectangle 3"/>
          <p:cNvSpPr>
            <a:spLocks noGrp="1" noChangeArrowheads="1"/>
          </p:cNvSpPr>
          <p:nvPr>
            <p:ph idx="1"/>
          </p:nvPr>
        </p:nvSpPr>
        <p:spPr/>
        <p:txBody>
          <a:bodyPr>
            <a:normAutofit/>
          </a:bodyPr>
          <a:lstStyle/>
          <a:p>
            <a:r>
              <a:rPr lang="zh-CN" altLang="en-US" dirty="0"/>
              <a:t>初始时：</a:t>
            </a:r>
            <a:r>
              <a:rPr lang="en-US" altLang="zh-CN" dirty="0"/>
              <a:t>C = { I</a:t>
            </a:r>
            <a:r>
              <a:rPr lang="en-US" altLang="zh-CN" baseline="-25000" dirty="0"/>
              <a:t>0</a:t>
            </a:r>
            <a:r>
              <a:rPr lang="en-US" altLang="zh-CN" dirty="0"/>
              <a:t> }</a:t>
            </a:r>
          </a:p>
          <a:p>
            <a:r>
              <a:rPr lang="en-US" altLang="zh-CN" dirty="0" err="1"/>
              <a:t>I</a:t>
            </a:r>
            <a:r>
              <a:rPr lang="en-US" altLang="zh-CN" baseline="-25000" dirty="0" err="1"/>
              <a:t>0</a:t>
            </a:r>
            <a:r>
              <a:rPr lang="en-US" altLang="zh-CN" baseline="-25000" dirty="0"/>
              <a:t> </a:t>
            </a:r>
            <a:r>
              <a:rPr lang="en-US" altLang="zh-CN" dirty="0"/>
              <a:t>= closure( {S’→</a:t>
            </a:r>
            <a:r>
              <a:rPr lang="en-US" altLang="zh-CN" dirty="0">
                <a:sym typeface="Symbol" pitchFamily="18" charset="2"/>
              </a:rPr>
              <a:t></a:t>
            </a:r>
            <a:r>
              <a:rPr lang="en-US" altLang="zh-CN" dirty="0"/>
              <a:t>S} ) </a:t>
            </a:r>
          </a:p>
          <a:p>
            <a:r>
              <a:rPr lang="en-US" altLang="zh-CN" dirty="0"/>
              <a:t>   = {S’→</a:t>
            </a:r>
            <a:r>
              <a:rPr lang="en-US" altLang="zh-CN" dirty="0">
                <a:sym typeface="Symbol" pitchFamily="18" charset="2"/>
              </a:rPr>
              <a:t></a:t>
            </a:r>
            <a:r>
              <a:rPr lang="en-US" altLang="zh-CN" dirty="0"/>
              <a:t>S, S→</a:t>
            </a:r>
            <a:r>
              <a:rPr lang="en-US" altLang="zh-CN" dirty="0">
                <a:sym typeface="Symbol" pitchFamily="18" charset="2"/>
              </a:rPr>
              <a:t></a:t>
            </a:r>
            <a:r>
              <a:rPr lang="en-US" altLang="zh-CN" dirty="0"/>
              <a:t>BB, B→</a:t>
            </a:r>
            <a:r>
              <a:rPr lang="en-US" altLang="zh-CN" dirty="0">
                <a:sym typeface="Symbol" pitchFamily="18" charset="2"/>
              </a:rPr>
              <a:t></a:t>
            </a:r>
            <a:r>
              <a:rPr lang="en-US" altLang="zh-CN" dirty="0" err="1"/>
              <a:t>aB</a:t>
            </a:r>
            <a:r>
              <a:rPr lang="en-US" altLang="zh-CN" dirty="0"/>
              <a:t>, B→</a:t>
            </a:r>
            <a:r>
              <a:rPr lang="en-US" altLang="zh-CN" dirty="0">
                <a:sym typeface="Symbol" pitchFamily="18" charset="2"/>
              </a:rPr>
              <a:t></a:t>
            </a:r>
            <a:r>
              <a:rPr lang="en-US" altLang="zh-CN" dirty="0"/>
              <a:t>b}</a:t>
            </a:r>
          </a:p>
          <a:p>
            <a:r>
              <a:rPr lang="en-US" altLang="zh-CN" dirty="0">
                <a:sym typeface="Symbol" pitchFamily="18" charset="2"/>
              </a:rPr>
              <a:t>go(</a:t>
            </a:r>
            <a:r>
              <a:rPr lang="en-US" altLang="zh-CN" dirty="0"/>
              <a:t>I</a:t>
            </a:r>
            <a:r>
              <a:rPr lang="en-US" altLang="zh-CN" baseline="-25000" dirty="0"/>
              <a:t>0</a:t>
            </a:r>
            <a:r>
              <a:rPr lang="en-US" altLang="zh-CN" dirty="0">
                <a:sym typeface="Symbol" pitchFamily="18" charset="2"/>
              </a:rPr>
              <a:t>, S)</a:t>
            </a:r>
            <a:r>
              <a:rPr lang="en-US" altLang="zh-CN" dirty="0"/>
              <a:t> = {</a:t>
            </a:r>
            <a:r>
              <a:rPr lang="en-US" altLang="zh-CN" dirty="0" err="1"/>
              <a:t>S’→S</a:t>
            </a:r>
            <a:r>
              <a:rPr lang="en-US" altLang="zh-CN" dirty="0">
                <a:sym typeface="Symbol" pitchFamily="18" charset="2"/>
              </a:rPr>
              <a:t></a:t>
            </a:r>
            <a:r>
              <a:rPr lang="en-US" altLang="zh-CN" dirty="0"/>
              <a:t>} </a:t>
            </a:r>
            <a:r>
              <a:rPr lang="en-US" altLang="zh-CN" dirty="0">
                <a:sym typeface="Symbol" pitchFamily="18" charset="2"/>
              </a:rPr>
              <a:t>=</a:t>
            </a:r>
            <a:r>
              <a:rPr lang="en-US" altLang="zh-CN" dirty="0"/>
              <a:t> </a:t>
            </a:r>
            <a:r>
              <a:rPr lang="en-US" altLang="zh-CN" dirty="0">
                <a:sym typeface="Symbol" pitchFamily="18" charset="2"/>
              </a:rPr>
              <a:t>I</a:t>
            </a:r>
            <a:r>
              <a:rPr lang="en-US" altLang="zh-CN" baseline="-25000" dirty="0">
                <a:sym typeface="Symbol" pitchFamily="18" charset="2"/>
              </a:rPr>
              <a:t>1</a:t>
            </a:r>
            <a:endParaRPr lang="en-US" altLang="zh-CN" baseline="-25000" dirty="0"/>
          </a:p>
          <a:p>
            <a:r>
              <a:rPr lang="en-US" altLang="zh-CN" dirty="0">
                <a:sym typeface="Symbol" pitchFamily="18" charset="2"/>
              </a:rPr>
              <a:t>go(</a:t>
            </a:r>
            <a:r>
              <a:rPr lang="en-US" altLang="zh-CN" dirty="0"/>
              <a:t>I</a:t>
            </a:r>
            <a:r>
              <a:rPr lang="en-US" altLang="zh-CN" baseline="-25000" dirty="0"/>
              <a:t>0</a:t>
            </a:r>
            <a:r>
              <a:rPr lang="en-US" altLang="zh-CN" dirty="0">
                <a:sym typeface="Symbol" pitchFamily="18" charset="2"/>
              </a:rPr>
              <a:t>, B) </a:t>
            </a:r>
            <a:r>
              <a:rPr lang="en-US" altLang="zh-CN" dirty="0"/>
              <a:t>= {</a:t>
            </a:r>
            <a:r>
              <a:rPr lang="en-US" altLang="zh-CN" dirty="0" err="1"/>
              <a:t>S→B</a:t>
            </a:r>
            <a:r>
              <a:rPr lang="en-US" altLang="zh-CN" dirty="0" err="1">
                <a:sym typeface="Symbol" pitchFamily="18" charset="2"/>
              </a:rPr>
              <a:t></a:t>
            </a:r>
            <a:r>
              <a:rPr lang="en-US" altLang="zh-CN" dirty="0" err="1"/>
              <a:t>B</a:t>
            </a:r>
            <a:r>
              <a:rPr lang="en-US" altLang="zh-CN" dirty="0"/>
              <a:t>, B→</a:t>
            </a:r>
            <a:r>
              <a:rPr lang="en-US" altLang="zh-CN" dirty="0">
                <a:sym typeface="Symbol" pitchFamily="18" charset="2"/>
              </a:rPr>
              <a:t></a:t>
            </a:r>
            <a:r>
              <a:rPr lang="en-US" altLang="zh-CN" dirty="0" err="1"/>
              <a:t>aB</a:t>
            </a:r>
            <a:r>
              <a:rPr lang="en-US" altLang="zh-CN" dirty="0"/>
              <a:t>, B→</a:t>
            </a:r>
            <a:r>
              <a:rPr lang="en-US" altLang="zh-CN" dirty="0">
                <a:sym typeface="Symbol" pitchFamily="18" charset="2"/>
              </a:rPr>
              <a:t></a:t>
            </a:r>
            <a:r>
              <a:rPr lang="en-US" altLang="zh-CN" dirty="0"/>
              <a:t>b} </a:t>
            </a:r>
            <a:r>
              <a:rPr lang="en-US" altLang="zh-CN" dirty="0">
                <a:sym typeface="Symbol" pitchFamily="18" charset="2"/>
              </a:rPr>
              <a:t>=</a:t>
            </a:r>
            <a:r>
              <a:rPr lang="en-US" altLang="zh-CN" dirty="0"/>
              <a:t> </a:t>
            </a:r>
            <a:r>
              <a:rPr lang="en-US" altLang="zh-CN" dirty="0">
                <a:sym typeface="Symbol" pitchFamily="18" charset="2"/>
              </a:rPr>
              <a:t>I</a:t>
            </a:r>
            <a:r>
              <a:rPr lang="en-US" altLang="zh-CN" baseline="-25000" dirty="0">
                <a:sym typeface="Symbol" pitchFamily="18" charset="2"/>
              </a:rPr>
              <a:t>2</a:t>
            </a:r>
            <a:endParaRPr lang="en-US" altLang="zh-CN" baseline="-25000" dirty="0"/>
          </a:p>
          <a:p>
            <a:r>
              <a:rPr lang="en-US" altLang="zh-CN" dirty="0">
                <a:sym typeface="Symbol" pitchFamily="18" charset="2"/>
              </a:rPr>
              <a:t>go(</a:t>
            </a:r>
            <a:r>
              <a:rPr lang="en-US" altLang="zh-CN" dirty="0"/>
              <a:t>I</a:t>
            </a:r>
            <a:r>
              <a:rPr lang="en-US" altLang="zh-CN" baseline="-25000" dirty="0"/>
              <a:t>0</a:t>
            </a:r>
            <a:r>
              <a:rPr lang="en-US" altLang="zh-CN" dirty="0">
                <a:sym typeface="Symbol" pitchFamily="18" charset="2"/>
              </a:rPr>
              <a:t>, a)</a:t>
            </a:r>
            <a:r>
              <a:rPr lang="en-US" altLang="zh-CN" dirty="0"/>
              <a:t> = {</a:t>
            </a:r>
            <a:r>
              <a:rPr lang="en-US" altLang="zh-CN" dirty="0" err="1"/>
              <a:t>B→a</a:t>
            </a:r>
            <a:r>
              <a:rPr lang="en-US" altLang="zh-CN" dirty="0"/>
              <a:t> </a:t>
            </a:r>
            <a:r>
              <a:rPr lang="en-US" altLang="zh-CN" dirty="0">
                <a:sym typeface="Symbol" pitchFamily="18" charset="2"/>
              </a:rPr>
              <a:t></a:t>
            </a:r>
            <a:r>
              <a:rPr lang="en-US" altLang="zh-CN" dirty="0"/>
              <a:t> B, B→</a:t>
            </a:r>
            <a:r>
              <a:rPr lang="en-US" altLang="zh-CN" dirty="0">
                <a:sym typeface="Symbol" pitchFamily="18" charset="2"/>
              </a:rPr>
              <a:t></a:t>
            </a:r>
            <a:r>
              <a:rPr lang="en-US" altLang="zh-CN" dirty="0" err="1"/>
              <a:t>aB</a:t>
            </a:r>
            <a:r>
              <a:rPr lang="en-US" altLang="zh-CN" dirty="0"/>
              <a:t>, B→</a:t>
            </a:r>
            <a:r>
              <a:rPr lang="en-US" altLang="zh-CN" dirty="0">
                <a:sym typeface="Symbol" pitchFamily="18" charset="2"/>
              </a:rPr>
              <a:t></a:t>
            </a:r>
            <a:r>
              <a:rPr lang="en-US" altLang="zh-CN" dirty="0"/>
              <a:t>b} </a:t>
            </a:r>
            <a:r>
              <a:rPr lang="en-US" altLang="zh-CN" dirty="0">
                <a:sym typeface="Symbol" pitchFamily="18" charset="2"/>
              </a:rPr>
              <a:t>=</a:t>
            </a:r>
            <a:r>
              <a:rPr lang="en-US" altLang="zh-CN" dirty="0"/>
              <a:t> </a:t>
            </a:r>
            <a:r>
              <a:rPr lang="en-US" altLang="zh-CN" dirty="0">
                <a:sym typeface="Symbol" pitchFamily="18" charset="2"/>
              </a:rPr>
              <a:t>I</a:t>
            </a:r>
            <a:r>
              <a:rPr lang="en-US" altLang="zh-CN" baseline="-25000" dirty="0">
                <a:sym typeface="Symbol" pitchFamily="18" charset="2"/>
              </a:rPr>
              <a:t>3</a:t>
            </a:r>
            <a:endParaRPr lang="en-US" altLang="zh-CN" baseline="-25000" dirty="0"/>
          </a:p>
          <a:p>
            <a:r>
              <a:rPr lang="en-US" altLang="zh-CN" dirty="0">
                <a:sym typeface="Symbol" pitchFamily="18" charset="2"/>
              </a:rPr>
              <a:t>go(</a:t>
            </a:r>
            <a:r>
              <a:rPr lang="en-US" altLang="zh-CN" dirty="0"/>
              <a:t>I</a:t>
            </a:r>
            <a:r>
              <a:rPr lang="en-US" altLang="zh-CN" baseline="-25000" dirty="0"/>
              <a:t>0</a:t>
            </a:r>
            <a:r>
              <a:rPr lang="en-US" altLang="zh-CN" dirty="0">
                <a:sym typeface="Symbol" pitchFamily="18" charset="2"/>
              </a:rPr>
              <a:t>, b) </a:t>
            </a:r>
            <a:r>
              <a:rPr lang="en-US" altLang="zh-CN" dirty="0"/>
              <a:t>= {</a:t>
            </a:r>
            <a:r>
              <a:rPr lang="en-US" altLang="zh-CN" dirty="0" err="1"/>
              <a:t>B→b</a:t>
            </a:r>
            <a:r>
              <a:rPr lang="en-US" altLang="zh-CN" dirty="0">
                <a:sym typeface="Symbol" pitchFamily="18" charset="2"/>
              </a:rPr>
              <a:t></a:t>
            </a:r>
            <a:r>
              <a:rPr lang="en-US" altLang="zh-CN" dirty="0"/>
              <a:t>} </a:t>
            </a:r>
            <a:r>
              <a:rPr lang="en-US" altLang="zh-CN" dirty="0">
                <a:sym typeface="Symbol" pitchFamily="18" charset="2"/>
              </a:rPr>
              <a:t>=</a:t>
            </a:r>
            <a:r>
              <a:rPr lang="en-US" altLang="zh-CN" dirty="0"/>
              <a:t> </a:t>
            </a:r>
            <a:r>
              <a:rPr lang="en-US" altLang="zh-CN" dirty="0" err="1">
                <a:sym typeface="Symbol" pitchFamily="18" charset="2"/>
              </a:rPr>
              <a:t>I</a:t>
            </a:r>
            <a:r>
              <a:rPr lang="en-US" altLang="zh-CN" baseline="-25000" dirty="0" err="1">
                <a:sym typeface="Symbol" pitchFamily="18" charset="2"/>
              </a:rPr>
              <a:t>4</a:t>
            </a:r>
            <a:endParaRPr lang="en-US" altLang="zh-CN" baseline="-25000" dirty="0">
              <a:sym typeface="Symbol" pitchFamily="18" charset="2"/>
            </a:endParaRPr>
          </a:p>
          <a:p>
            <a:r>
              <a:rPr lang="en-US" altLang="zh-CN" dirty="0">
                <a:sym typeface="Symbol" pitchFamily="18" charset="2"/>
              </a:rPr>
              <a:t>go(</a:t>
            </a:r>
            <a:r>
              <a:rPr lang="en-US" altLang="zh-CN" dirty="0" err="1"/>
              <a:t>I</a:t>
            </a:r>
            <a:r>
              <a:rPr lang="en-US" altLang="zh-CN" baseline="-25000" dirty="0" err="1"/>
              <a:t>2</a:t>
            </a:r>
            <a:r>
              <a:rPr lang="en-US" altLang="zh-CN" dirty="0">
                <a:sym typeface="Symbol" pitchFamily="18" charset="2"/>
              </a:rPr>
              <a:t>, B)</a:t>
            </a:r>
            <a:r>
              <a:rPr lang="en-US" altLang="zh-CN" dirty="0"/>
              <a:t> = {</a:t>
            </a:r>
            <a:r>
              <a:rPr lang="en-US" altLang="zh-CN" dirty="0" err="1"/>
              <a:t>S→BB</a:t>
            </a:r>
            <a:r>
              <a:rPr lang="en-US" altLang="zh-CN" dirty="0">
                <a:sym typeface="Symbol" pitchFamily="18" charset="2"/>
              </a:rPr>
              <a:t></a:t>
            </a:r>
            <a:r>
              <a:rPr lang="en-US" altLang="zh-CN" dirty="0"/>
              <a:t>} </a:t>
            </a:r>
            <a:r>
              <a:rPr lang="en-US" altLang="zh-CN" dirty="0">
                <a:sym typeface="Symbol" pitchFamily="18" charset="2"/>
              </a:rPr>
              <a:t>=</a:t>
            </a:r>
            <a:r>
              <a:rPr lang="en-US" altLang="zh-CN" dirty="0"/>
              <a:t> </a:t>
            </a:r>
            <a:r>
              <a:rPr lang="en-US" altLang="zh-CN" dirty="0" err="1">
                <a:sym typeface="Symbol" pitchFamily="18" charset="2"/>
              </a:rPr>
              <a:t>I</a:t>
            </a:r>
            <a:r>
              <a:rPr lang="en-US" altLang="zh-CN" baseline="-25000" dirty="0" err="1">
                <a:sym typeface="Symbol" pitchFamily="18" charset="2"/>
              </a:rPr>
              <a:t>5</a:t>
            </a:r>
            <a:endParaRPr lang="en-US" altLang="zh-CN" baseline="-25000" dirty="0">
              <a:sym typeface="Symbol" pitchFamily="18" charset="2"/>
            </a:endParaRPr>
          </a:p>
          <a:p>
            <a:r>
              <a:rPr lang="en-US" altLang="zh-CN" dirty="0"/>
              <a:t>go(</a:t>
            </a:r>
            <a:r>
              <a:rPr lang="en-US" altLang="zh-CN" dirty="0" err="1"/>
              <a:t>I</a:t>
            </a:r>
            <a:r>
              <a:rPr lang="en-US" altLang="zh-CN" baseline="-25000" dirty="0" err="1"/>
              <a:t>2</a:t>
            </a:r>
            <a:r>
              <a:rPr lang="en-US" altLang="zh-CN" dirty="0"/>
              <a:t>, a) = {</a:t>
            </a:r>
            <a:r>
              <a:rPr lang="en-US" altLang="zh-CN" dirty="0" err="1"/>
              <a:t>B→a</a:t>
            </a:r>
            <a:r>
              <a:rPr lang="en-US" altLang="zh-CN" dirty="0"/>
              <a:t> </a:t>
            </a:r>
            <a:r>
              <a:rPr lang="en-US" altLang="zh-CN" dirty="0">
                <a:sym typeface="Symbol" pitchFamily="18" charset="2"/>
              </a:rPr>
              <a:t></a:t>
            </a:r>
            <a:r>
              <a:rPr lang="en-US" altLang="zh-CN" dirty="0"/>
              <a:t> B, B→</a:t>
            </a:r>
            <a:r>
              <a:rPr lang="en-US" altLang="zh-CN" dirty="0">
                <a:sym typeface="Symbol" pitchFamily="18" charset="2"/>
              </a:rPr>
              <a:t></a:t>
            </a:r>
            <a:r>
              <a:rPr lang="en-US" altLang="zh-CN" dirty="0" err="1"/>
              <a:t>aB</a:t>
            </a:r>
            <a:r>
              <a:rPr lang="en-US" altLang="zh-CN" dirty="0"/>
              <a:t>, B→</a:t>
            </a:r>
            <a:r>
              <a:rPr lang="en-US" altLang="zh-CN" dirty="0">
                <a:sym typeface="Symbol" pitchFamily="18" charset="2"/>
              </a:rPr>
              <a:t></a:t>
            </a:r>
            <a:r>
              <a:rPr lang="en-US" altLang="zh-CN" dirty="0"/>
              <a:t>b} </a:t>
            </a:r>
            <a:r>
              <a:rPr lang="en-US" altLang="zh-CN" dirty="0">
                <a:sym typeface="Symbol" pitchFamily="18" charset="2"/>
              </a:rPr>
              <a:t>=</a:t>
            </a:r>
            <a:r>
              <a:rPr lang="en-US" altLang="zh-CN" dirty="0"/>
              <a:t> </a:t>
            </a:r>
            <a:r>
              <a:rPr lang="en-US" altLang="zh-CN" dirty="0" err="1">
                <a:sym typeface="Symbol" pitchFamily="18" charset="2"/>
              </a:rPr>
              <a:t>I</a:t>
            </a:r>
            <a:r>
              <a:rPr lang="en-US" altLang="zh-CN" baseline="-25000" dirty="0" err="1">
                <a:sym typeface="Symbol" pitchFamily="18" charset="2"/>
              </a:rPr>
              <a:t>3</a:t>
            </a:r>
            <a:endParaRPr lang="en-US" altLang="zh-CN" baseline="-25000" dirty="0">
              <a:sym typeface="Symbol" pitchFamily="18" charset="2"/>
            </a:endParaRPr>
          </a:p>
          <a:p>
            <a:endParaRPr lang="en-US" altLang="zh-CN" baseline="-25000" dirty="0">
              <a:sym typeface="Symbol" pitchFamily="18" charset="2"/>
            </a:endParaRPr>
          </a:p>
          <a:p>
            <a:endParaRPr lang="en-US" altLang="zh-CN" baseline="-25000" dirty="0">
              <a:sym typeface="Symbol" pitchFamily="18" charset="2"/>
            </a:endParaRPr>
          </a:p>
        </p:txBody>
      </p:sp>
      <p:sp>
        <p:nvSpPr>
          <p:cNvPr id="2" name="标题 1"/>
          <p:cNvSpPr>
            <a:spLocks noGrp="1"/>
          </p:cNvSpPr>
          <p:nvPr>
            <p:ph type="title"/>
          </p:nvPr>
        </p:nvSpPr>
        <p:spPr/>
        <p:txBody>
          <a:bodyPr/>
          <a:lstStyle/>
          <a:p>
            <a:r>
              <a:rPr lang="zh-CN" altLang="en-US" dirty="0"/>
              <a:t>项目集规范族</a:t>
            </a:r>
            <a:endParaRPr lang="en-US" dirty="0"/>
          </a:p>
        </p:txBody>
      </p:sp>
      <p:sp>
        <p:nvSpPr>
          <p:cNvPr id="86020" name="Text Box 4"/>
          <p:cNvSpPr txBox="1">
            <a:spLocks noChangeArrowheads="1"/>
          </p:cNvSpPr>
          <p:nvPr/>
        </p:nvSpPr>
        <p:spPr bwMode="auto">
          <a:xfrm>
            <a:off x="8893175" y="1447800"/>
            <a:ext cx="185102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r>
              <a:rPr lang="en-US" altLang="zh-CN" sz="2800" b="1" dirty="0">
                <a:solidFill>
                  <a:schemeClr val="bg1"/>
                </a:solidFill>
                <a:latin typeface="Times New Roman" pitchFamily="18" charset="0"/>
              </a:rPr>
              <a:t>0.  </a:t>
            </a:r>
            <a:r>
              <a:rPr lang="en-US" altLang="zh-CN" sz="2800" b="1" dirty="0" err="1">
                <a:solidFill>
                  <a:schemeClr val="bg1"/>
                </a:solidFill>
                <a:latin typeface="Times New Roman" pitchFamily="18" charset="0"/>
              </a:rPr>
              <a:t>S’→S</a:t>
            </a:r>
            <a:endParaRPr lang="en-US" altLang="zh-CN" sz="2800" b="1" dirty="0">
              <a:solidFill>
                <a:schemeClr val="bg1"/>
              </a:solidFill>
              <a:latin typeface="Times New Roman" pitchFamily="18" charset="0"/>
            </a:endParaRPr>
          </a:p>
          <a:p>
            <a:r>
              <a:rPr lang="en-US" altLang="zh-CN" sz="2800" b="1" dirty="0">
                <a:solidFill>
                  <a:schemeClr val="bg1"/>
                </a:solidFill>
                <a:latin typeface="Times New Roman" pitchFamily="18" charset="0"/>
              </a:rPr>
              <a:t>1.  S→BB</a:t>
            </a:r>
          </a:p>
          <a:p>
            <a:r>
              <a:rPr lang="en-US" altLang="zh-CN" sz="2800" b="1" dirty="0">
                <a:solidFill>
                  <a:schemeClr val="bg1"/>
                </a:solidFill>
                <a:latin typeface="Times New Roman" pitchFamily="18" charset="0"/>
              </a:rPr>
              <a:t>2.  </a:t>
            </a:r>
            <a:r>
              <a:rPr lang="en-US" altLang="zh-CN" sz="2800" b="1" dirty="0" err="1">
                <a:solidFill>
                  <a:schemeClr val="bg1"/>
                </a:solidFill>
                <a:latin typeface="Times New Roman" pitchFamily="18" charset="0"/>
              </a:rPr>
              <a:t>B→aB</a:t>
            </a:r>
            <a:endParaRPr lang="en-US" altLang="zh-CN" sz="2800" b="1" dirty="0">
              <a:solidFill>
                <a:schemeClr val="bg1"/>
              </a:solidFill>
              <a:latin typeface="Times New Roman" pitchFamily="18" charset="0"/>
            </a:endParaRPr>
          </a:p>
          <a:p>
            <a:r>
              <a:rPr lang="en-US" altLang="zh-CN" sz="2800" b="1" dirty="0">
                <a:solidFill>
                  <a:schemeClr val="bg1"/>
                </a:solidFill>
                <a:latin typeface="Times New Roman" pitchFamily="18" charset="0"/>
              </a:rPr>
              <a:t>3.  </a:t>
            </a:r>
            <a:r>
              <a:rPr lang="en-US" altLang="zh-CN" sz="2800" b="1" dirty="0" err="1">
                <a:solidFill>
                  <a:schemeClr val="bg1"/>
                </a:solidFill>
                <a:latin typeface="Times New Roman" pitchFamily="18" charset="0"/>
              </a:rPr>
              <a:t>B→b</a:t>
            </a:r>
            <a:endParaRPr lang="en-US" altLang="zh-CN" sz="2800" b="1" dirty="0">
              <a:solidFill>
                <a:schemeClr val="bg1"/>
              </a:solidFill>
              <a:latin typeface="Times New Roman" pitchFamily="18" charset="0"/>
            </a:endParaRPr>
          </a:p>
        </p:txBody>
      </p:sp>
    </p:spTree>
    <p:extLst>
      <p:ext uri="{BB962C8B-B14F-4D97-AF65-F5344CB8AC3E}">
        <p14:creationId xmlns:p14="http://schemas.microsoft.com/office/powerpoint/2010/main" val="240886884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97347">
                                            <p:txEl>
                                              <p:pRg st="0" end="0"/>
                                            </p:txEl>
                                          </p:spTgt>
                                        </p:tgtEl>
                                        <p:attrNameLst>
                                          <p:attrName>style.visibility</p:attrName>
                                        </p:attrNameLst>
                                      </p:cBhvr>
                                      <p:to>
                                        <p:strVal val="visible"/>
                                      </p:to>
                                    </p:set>
                                    <p:animEffect transition="in" filter="fade">
                                      <p:cBhvr>
                                        <p:cTn id="7" dur="500"/>
                                        <p:tgtEl>
                                          <p:spTgt spid="6973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97347">
                                            <p:txEl>
                                              <p:pRg st="1" end="1"/>
                                            </p:txEl>
                                          </p:spTgt>
                                        </p:tgtEl>
                                        <p:attrNameLst>
                                          <p:attrName>style.visibility</p:attrName>
                                        </p:attrNameLst>
                                      </p:cBhvr>
                                      <p:to>
                                        <p:strVal val="visible"/>
                                      </p:to>
                                    </p:set>
                                    <p:animEffect transition="in" filter="fade">
                                      <p:cBhvr>
                                        <p:cTn id="12" dur="500"/>
                                        <p:tgtEl>
                                          <p:spTgt spid="6973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97347">
                                            <p:txEl>
                                              <p:pRg st="2" end="2"/>
                                            </p:txEl>
                                          </p:spTgt>
                                        </p:tgtEl>
                                        <p:attrNameLst>
                                          <p:attrName>style.visibility</p:attrName>
                                        </p:attrNameLst>
                                      </p:cBhvr>
                                      <p:to>
                                        <p:strVal val="visible"/>
                                      </p:to>
                                    </p:set>
                                    <p:animEffect transition="in" filter="fade">
                                      <p:cBhvr>
                                        <p:cTn id="17" dur="500"/>
                                        <p:tgtEl>
                                          <p:spTgt spid="6973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97347">
                                            <p:txEl>
                                              <p:pRg st="3" end="3"/>
                                            </p:txEl>
                                          </p:spTgt>
                                        </p:tgtEl>
                                        <p:attrNameLst>
                                          <p:attrName>style.visibility</p:attrName>
                                        </p:attrNameLst>
                                      </p:cBhvr>
                                      <p:to>
                                        <p:strVal val="visible"/>
                                      </p:to>
                                    </p:set>
                                    <p:animEffect transition="in" filter="fade">
                                      <p:cBhvr>
                                        <p:cTn id="22" dur="500"/>
                                        <p:tgtEl>
                                          <p:spTgt spid="6973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97347">
                                            <p:txEl>
                                              <p:pRg st="4" end="4"/>
                                            </p:txEl>
                                          </p:spTgt>
                                        </p:tgtEl>
                                        <p:attrNameLst>
                                          <p:attrName>style.visibility</p:attrName>
                                        </p:attrNameLst>
                                      </p:cBhvr>
                                      <p:to>
                                        <p:strVal val="visible"/>
                                      </p:to>
                                    </p:set>
                                    <p:animEffect transition="in" filter="fade">
                                      <p:cBhvr>
                                        <p:cTn id="27" dur="500"/>
                                        <p:tgtEl>
                                          <p:spTgt spid="6973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97347">
                                            <p:txEl>
                                              <p:pRg st="5" end="5"/>
                                            </p:txEl>
                                          </p:spTgt>
                                        </p:tgtEl>
                                        <p:attrNameLst>
                                          <p:attrName>style.visibility</p:attrName>
                                        </p:attrNameLst>
                                      </p:cBhvr>
                                      <p:to>
                                        <p:strVal val="visible"/>
                                      </p:to>
                                    </p:set>
                                    <p:animEffect transition="in" filter="fade">
                                      <p:cBhvr>
                                        <p:cTn id="32" dur="500"/>
                                        <p:tgtEl>
                                          <p:spTgt spid="69734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97347">
                                            <p:txEl>
                                              <p:pRg st="6" end="6"/>
                                            </p:txEl>
                                          </p:spTgt>
                                        </p:tgtEl>
                                        <p:attrNameLst>
                                          <p:attrName>style.visibility</p:attrName>
                                        </p:attrNameLst>
                                      </p:cBhvr>
                                      <p:to>
                                        <p:strVal val="visible"/>
                                      </p:to>
                                    </p:set>
                                    <p:animEffect transition="in" filter="fade">
                                      <p:cBhvr>
                                        <p:cTn id="37" dur="500"/>
                                        <p:tgtEl>
                                          <p:spTgt spid="69734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97347">
                                            <p:txEl>
                                              <p:pRg st="7" end="7"/>
                                            </p:txEl>
                                          </p:spTgt>
                                        </p:tgtEl>
                                        <p:attrNameLst>
                                          <p:attrName>style.visibility</p:attrName>
                                        </p:attrNameLst>
                                      </p:cBhvr>
                                      <p:to>
                                        <p:strVal val="visible"/>
                                      </p:to>
                                    </p:set>
                                    <p:animEffect transition="in" filter="fade">
                                      <p:cBhvr>
                                        <p:cTn id="42" dur="500"/>
                                        <p:tgtEl>
                                          <p:spTgt spid="69734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97347">
                                            <p:txEl>
                                              <p:pRg st="8" end="8"/>
                                            </p:txEl>
                                          </p:spTgt>
                                        </p:tgtEl>
                                        <p:attrNameLst>
                                          <p:attrName>style.visibility</p:attrName>
                                        </p:attrNameLst>
                                      </p:cBhvr>
                                      <p:to>
                                        <p:strVal val="visible"/>
                                      </p:to>
                                    </p:set>
                                    <p:animEffect transition="in" filter="fade">
                                      <p:cBhvr>
                                        <p:cTn id="47" dur="500"/>
                                        <p:tgtEl>
                                          <p:spTgt spid="69734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7347" grpId="0" build="p"/>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8371" name="Rectangle 3"/>
          <p:cNvSpPr>
            <a:spLocks noGrp="1" noChangeArrowheads="1"/>
          </p:cNvSpPr>
          <p:nvPr>
            <p:ph idx="1"/>
          </p:nvPr>
        </p:nvSpPr>
        <p:spPr/>
        <p:txBody>
          <a:bodyPr/>
          <a:lstStyle/>
          <a:p>
            <a:r>
              <a:rPr lang="en-US" altLang="zh-CN" dirty="0"/>
              <a:t>go(</a:t>
            </a:r>
            <a:r>
              <a:rPr lang="en-US" altLang="zh-CN" dirty="0" err="1"/>
              <a:t>I</a:t>
            </a:r>
            <a:r>
              <a:rPr lang="en-US" altLang="zh-CN" baseline="-25000" dirty="0" err="1"/>
              <a:t>2</a:t>
            </a:r>
            <a:r>
              <a:rPr lang="en-US" altLang="zh-CN" dirty="0"/>
              <a:t>, b) = {</a:t>
            </a:r>
            <a:r>
              <a:rPr lang="en-US" altLang="zh-CN" dirty="0" err="1"/>
              <a:t>B→b</a:t>
            </a:r>
            <a:r>
              <a:rPr lang="en-US" altLang="zh-CN" dirty="0">
                <a:sym typeface="Symbol" pitchFamily="18" charset="2"/>
              </a:rPr>
              <a:t></a:t>
            </a:r>
            <a:r>
              <a:rPr lang="en-US" altLang="zh-CN" dirty="0"/>
              <a:t>} </a:t>
            </a:r>
            <a:r>
              <a:rPr lang="en-US" altLang="zh-CN" dirty="0">
                <a:sym typeface="Symbol" pitchFamily="18" charset="2"/>
              </a:rPr>
              <a:t>=</a:t>
            </a:r>
            <a:r>
              <a:rPr lang="en-US" altLang="zh-CN" dirty="0"/>
              <a:t> </a:t>
            </a:r>
            <a:r>
              <a:rPr lang="en-US" altLang="zh-CN" dirty="0" err="1">
                <a:sym typeface="Symbol" pitchFamily="18" charset="2"/>
              </a:rPr>
              <a:t>I</a:t>
            </a:r>
            <a:r>
              <a:rPr lang="en-US" altLang="zh-CN" baseline="-25000" dirty="0" err="1">
                <a:sym typeface="Symbol" pitchFamily="18" charset="2"/>
              </a:rPr>
              <a:t>4</a:t>
            </a:r>
            <a:endParaRPr lang="en-US" altLang="zh-CN" baseline="-25000" dirty="0">
              <a:sym typeface="Symbol" pitchFamily="18" charset="2"/>
            </a:endParaRPr>
          </a:p>
          <a:p>
            <a:r>
              <a:rPr lang="en-US" altLang="zh-CN" dirty="0">
                <a:sym typeface="Symbol" pitchFamily="18" charset="2"/>
              </a:rPr>
              <a:t>go(</a:t>
            </a:r>
            <a:r>
              <a:rPr lang="en-US" altLang="zh-CN" dirty="0" err="1"/>
              <a:t>I</a:t>
            </a:r>
            <a:r>
              <a:rPr lang="en-US" altLang="zh-CN" baseline="-25000" dirty="0" err="1"/>
              <a:t>3</a:t>
            </a:r>
            <a:r>
              <a:rPr lang="en-US" altLang="zh-CN" dirty="0">
                <a:sym typeface="Symbol" pitchFamily="18" charset="2"/>
              </a:rPr>
              <a:t>, B) </a:t>
            </a:r>
            <a:r>
              <a:rPr lang="en-US" altLang="zh-CN" dirty="0"/>
              <a:t>= {</a:t>
            </a:r>
            <a:r>
              <a:rPr lang="en-US" altLang="zh-CN" dirty="0" err="1"/>
              <a:t>B→aB</a:t>
            </a:r>
            <a:r>
              <a:rPr lang="en-US" altLang="zh-CN" dirty="0">
                <a:sym typeface="Symbol" pitchFamily="18" charset="2"/>
              </a:rPr>
              <a:t></a:t>
            </a:r>
            <a:r>
              <a:rPr lang="en-US" altLang="zh-CN" dirty="0"/>
              <a:t>} </a:t>
            </a:r>
            <a:r>
              <a:rPr lang="en-US" altLang="zh-CN" dirty="0">
                <a:sym typeface="Symbol" pitchFamily="18" charset="2"/>
              </a:rPr>
              <a:t>=</a:t>
            </a:r>
            <a:r>
              <a:rPr lang="en-US" altLang="zh-CN" dirty="0"/>
              <a:t> </a:t>
            </a:r>
            <a:r>
              <a:rPr lang="en-US" altLang="zh-CN" dirty="0" err="1">
                <a:sym typeface="Symbol" pitchFamily="18" charset="2"/>
              </a:rPr>
              <a:t>I</a:t>
            </a:r>
            <a:r>
              <a:rPr lang="en-US" altLang="zh-CN" baseline="-25000" dirty="0" err="1">
                <a:sym typeface="Symbol" pitchFamily="18" charset="2"/>
              </a:rPr>
              <a:t>6</a:t>
            </a:r>
            <a:endParaRPr lang="en-US" altLang="zh-CN" baseline="-25000" dirty="0"/>
          </a:p>
          <a:p>
            <a:r>
              <a:rPr lang="en-US" altLang="zh-CN" dirty="0"/>
              <a:t>go(</a:t>
            </a:r>
            <a:r>
              <a:rPr lang="en-US" altLang="zh-CN" dirty="0" err="1"/>
              <a:t>I</a:t>
            </a:r>
            <a:r>
              <a:rPr lang="en-US" altLang="zh-CN" baseline="-25000" dirty="0" err="1"/>
              <a:t>3</a:t>
            </a:r>
            <a:r>
              <a:rPr lang="en-US" altLang="zh-CN" dirty="0"/>
              <a:t>, a) = {</a:t>
            </a:r>
            <a:r>
              <a:rPr lang="en-US" altLang="zh-CN" dirty="0" err="1"/>
              <a:t>B→a</a:t>
            </a:r>
            <a:r>
              <a:rPr lang="en-US" altLang="zh-CN" dirty="0"/>
              <a:t> </a:t>
            </a:r>
            <a:r>
              <a:rPr lang="en-US" altLang="zh-CN" dirty="0">
                <a:sym typeface="Symbol" pitchFamily="18" charset="2"/>
              </a:rPr>
              <a:t></a:t>
            </a:r>
            <a:r>
              <a:rPr lang="en-US" altLang="zh-CN" dirty="0"/>
              <a:t> B, B→</a:t>
            </a:r>
            <a:r>
              <a:rPr lang="en-US" altLang="zh-CN" dirty="0">
                <a:sym typeface="Symbol" pitchFamily="18" charset="2"/>
              </a:rPr>
              <a:t></a:t>
            </a:r>
            <a:r>
              <a:rPr lang="en-US" altLang="zh-CN" dirty="0" err="1"/>
              <a:t>aB</a:t>
            </a:r>
            <a:r>
              <a:rPr lang="en-US" altLang="zh-CN" dirty="0"/>
              <a:t>, B→</a:t>
            </a:r>
            <a:r>
              <a:rPr lang="en-US" altLang="zh-CN" dirty="0">
                <a:sym typeface="Symbol" pitchFamily="18" charset="2"/>
              </a:rPr>
              <a:t></a:t>
            </a:r>
            <a:r>
              <a:rPr lang="en-US" altLang="zh-CN" dirty="0"/>
              <a:t>b} </a:t>
            </a:r>
            <a:r>
              <a:rPr lang="en-US" altLang="zh-CN" dirty="0">
                <a:sym typeface="Symbol" pitchFamily="18" charset="2"/>
              </a:rPr>
              <a:t>=</a:t>
            </a:r>
            <a:r>
              <a:rPr lang="en-US" altLang="zh-CN" dirty="0"/>
              <a:t> </a:t>
            </a:r>
            <a:r>
              <a:rPr lang="en-US" altLang="zh-CN" dirty="0" err="1">
                <a:sym typeface="Symbol" pitchFamily="18" charset="2"/>
              </a:rPr>
              <a:t>I</a:t>
            </a:r>
            <a:r>
              <a:rPr lang="en-US" altLang="zh-CN" baseline="-25000" dirty="0" err="1">
                <a:sym typeface="Symbol" pitchFamily="18" charset="2"/>
              </a:rPr>
              <a:t>3</a:t>
            </a:r>
            <a:endParaRPr lang="en-US" altLang="zh-CN" baseline="-25000" dirty="0">
              <a:sym typeface="Symbol" pitchFamily="18" charset="2"/>
            </a:endParaRPr>
          </a:p>
          <a:p>
            <a:r>
              <a:rPr lang="en-US" altLang="zh-CN" dirty="0"/>
              <a:t>go(</a:t>
            </a:r>
            <a:r>
              <a:rPr lang="en-US" altLang="zh-CN" dirty="0" err="1"/>
              <a:t>I</a:t>
            </a:r>
            <a:r>
              <a:rPr lang="en-US" altLang="zh-CN" baseline="-25000" dirty="0" err="1"/>
              <a:t>3</a:t>
            </a:r>
            <a:r>
              <a:rPr lang="en-US" altLang="zh-CN" dirty="0"/>
              <a:t>, b) = {</a:t>
            </a:r>
            <a:r>
              <a:rPr lang="en-US" altLang="zh-CN" dirty="0" err="1"/>
              <a:t>B→b</a:t>
            </a:r>
            <a:r>
              <a:rPr lang="en-US" altLang="zh-CN" dirty="0">
                <a:sym typeface="Symbol" pitchFamily="18" charset="2"/>
              </a:rPr>
              <a:t></a:t>
            </a:r>
            <a:r>
              <a:rPr lang="en-US" altLang="zh-CN" dirty="0"/>
              <a:t>} </a:t>
            </a:r>
            <a:r>
              <a:rPr lang="en-US" altLang="zh-CN" dirty="0">
                <a:sym typeface="Symbol" pitchFamily="18" charset="2"/>
              </a:rPr>
              <a:t>=</a:t>
            </a:r>
            <a:r>
              <a:rPr lang="en-US" altLang="zh-CN" dirty="0"/>
              <a:t> </a:t>
            </a:r>
            <a:r>
              <a:rPr lang="en-US" altLang="zh-CN" dirty="0" err="1">
                <a:sym typeface="Symbol" pitchFamily="18" charset="2"/>
              </a:rPr>
              <a:t>I</a:t>
            </a:r>
            <a:r>
              <a:rPr lang="en-US" altLang="zh-CN" baseline="-25000" dirty="0" err="1">
                <a:sym typeface="Symbol" pitchFamily="18" charset="2"/>
              </a:rPr>
              <a:t>4</a:t>
            </a:r>
            <a:endParaRPr lang="en-US" altLang="zh-CN" baseline="-25000" dirty="0">
              <a:sym typeface="Symbol" pitchFamily="18" charset="2"/>
            </a:endParaRPr>
          </a:p>
          <a:p>
            <a:endParaRPr lang="en-US" altLang="zh-CN" dirty="0">
              <a:sym typeface="Symbol" pitchFamily="18" charset="2"/>
            </a:endParaRPr>
          </a:p>
          <a:p>
            <a:r>
              <a:rPr lang="zh-CN" altLang="en-US" dirty="0">
                <a:sym typeface="Symbol" pitchFamily="18" charset="2"/>
              </a:rPr>
              <a:t>结果：</a:t>
            </a:r>
            <a:r>
              <a:rPr lang="en-US" altLang="zh-CN" dirty="0"/>
              <a:t>C = { </a:t>
            </a:r>
            <a:r>
              <a:rPr lang="en-US" altLang="zh-CN" dirty="0" err="1"/>
              <a:t>I</a:t>
            </a:r>
            <a:r>
              <a:rPr lang="en-US" altLang="zh-CN" baseline="-25000" dirty="0" err="1"/>
              <a:t>0</a:t>
            </a:r>
            <a:r>
              <a:rPr lang="zh-CN" altLang="en-US" dirty="0"/>
              <a:t>，</a:t>
            </a:r>
            <a:r>
              <a:rPr lang="en-US" altLang="zh-CN" dirty="0" err="1"/>
              <a:t>I</a:t>
            </a:r>
            <a:r>
              <a:rPr lang="en-US" altLang="zh-CN" baseline="-25000" dirty="0" err="1"/>
              <a:t>1</a:t>
            </a:r>
            <a:r>
              <a:rPr lang="zh-CN" altLang="en-US" dirty="0"/>
              <a:t>，</a:t>
            </a:r>
            <a:r>
              <a:rPr lang="en-US" altLang="zh-CN" dirty="0" err="1"/>
              <a:t>I</a:t>
            </a:r>
            <a:r>
              <a:rPr lang="en-US" altLang="zh-CN" baseline="-25000" dirty="0" err="1"/>
              <a:t>2</a:t>
            </a:r>
            <a:r>
              <a:rPr lang="zh-CN" altLang="en-US" dirty="0"/>
              <a:t>，</a:t>
            </a:r>
            <a:r>
              <a:rPr lang="en-US" altLang="zh-CN" dirty="0" err="1"/>
              <a:t>I</a:t>
            </a:r>
            <a:r>
              <a:rPr lang="en-US" altLang="zh-CN" baseline="-25000" dirty="0" err="1"/>
              <a:t>3</a:t>
            </a:r>
            <a:r>
              <a:rPr lang="zh-CN" altLang="en-US" dirty="0"/>
              <a:t>，</a:t>
            </a:r>
            <a:r>
              <a:rPr lang="en-US" altLang="zh-CN" dirty="0" err="1"/>
              <a:t>I</a:t>
            </a:r>
            <a:r>
              <a:rPr lang="en-US" altLang="zh-CN" baseline="-25000" dirty="0" err="1"/>
              <a:t>4</a:t>
            </a:r>
            <a:r>
              <a:rPr lang="zh-CN" altLang="en-US" dirty="0"/>
              <a:t>，</a:t>
            </a:r>
            <a:r>
              <a:rPr lang="en-US" altLang="zh-CN" dirty="0" err="1"/>
              <a:t>I</a:t>
            </a:r>
            <a:r>
              <a:rPr lang="en-US" altLang="zh-CN" baseline="-25000" dirty="0" err="1"/>
              <a:t>5</a:t>
            </a:r>
            <a:r>
              <a:rPr lang="zh-CN" altLang="en-US" dirty="0"/>
              <a:t>，</a:t>
            </a:r>
            <a:r>
              <a:rPr lang="en-US" altLang="zh-CN" dirty="0" err="1"/>
              <a:t>I</a:t>
            </a:r>
            <a:r>
              <a:rPr lang="en-US" altLang="zh-CN" baseline="-25000" dirty="0" err="1"/>
              <a:t>6</a:t>
            </a:r>
            <a:r>
              <a:rPr lang="en-US" altLang="zh-CN" dirty="0"/>
              <a:t> }</a:t>
            </a:r>
          </a:p>
        </p:txBody>
      </p:sp>
      <p:sp>
        <p:nvSpPr>
          <p:cNvPr id="2" name="标题 1"/>
          <p:cNvSpPr>
            <a:spLocks noGrp="1"/>
          </p:cNvSpPr>
          <p:nvPr>
            <p:ph type="title"/>
          </p:nvPr>
        </p:nvSpPr>
        <p:spPr/>
        <p:txBody>
          <a:bodyPr/>
          <a:lstStyle/>
          <a:p>
            <a:r>
              <a:rPr lang="zh-CN" altLang="en-US" dirty="0"/>
              <a:t>项目集规范族</a:t>
            </a:r>
            <a:endParaRPr lang="en-US" dirty="0"/>
          </a:p>
        </p:txBody>
      </p:sp>
      <p:sp>
        <p:nvSpPr>
          <p:cNvPr id="5" name="Text Box 4"/>
          <p:cNvSpPr txBox="1">
            <a:spLocks noChangeArrowheads="1"/>
          </p:cNvSpPr>
          <p:nvPr/>
        </p:nvSpPr>
        <p:spPr bwMode="auto">
          <a:xfrm>
            <a:off x="8893175" y="1447800"/>
            <a:ext cx="185102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r>
              <a:rPr lang="en-US" altLang="zh-CN" sz="2800" b="1" dirty="0">
                <a:solidFill>
                  <a:schemeClr val="bg1"/>
                </a:solidFill>
                <a:latin typeface="Times New Roman" pitchFamily="18" charset="0"/>
              </a:rPr>
              <a:t>0.  S’→S</a:t>
            </a:r>
          </a:p>
          <a:p>
            <a:r>
              <a:rPr lang="en-US" altLang="zh-CN" sz="2800" b="1" dirty="0">
                <a:solidFill>
                  <a:schemeClr val="bg1"/>
                </a:solidFill>
                <a:latin typeface="Times New Roman" pitchFamily="18" charset="0"/>
              </a:rPr>
              <a:t>1.  S→BB</a:t>
            </a:r>
          </a:p>
          <a:p>
            <a:r>
              <a:rPr lang="en-US" altLang="zh-CN" sz="2800" b="1" dirty="0">
                <a:solidFill>
                  <a:schemeClr val="bg1"/>
                </a:solidFill>
                <a:latin typeface="Times New Roman" pitchFamily="18" charset="0"/>
              </a:rPr>
              <a:t>2.  </a:t>
            </a:r>
            <a:r>
              <a:rPr lang="en-US" altLang="zh-CN" sz="2800" b="1" dirty="0" err="1">
                <a:solidFill>
                  <a:schemeClr val="bg1"/>
                </a:solidFill>
                <a:latin typeface="Times New Roman" pitchFamily="18" charset="0"/>
              </a:rPr>
              <a:t>B→aB</a:t>
            </a:r>
            <a:endParaRPr lang="en-US" altLang="zh-CN" sz="2800" b="1" dirty="0">
              <a:solidFill>
                <a:schemeClr val="bg1"/>
              </a:solidFill>
              <a:latin typeface="Times New Roman" pitchFamily="18" charset="0"/>
            </a:endParaRPr>
          </a:p>
          <a:p>
            <a:r>
              <a:rPr lang="en-US" altLang="zh-CN" sz="2800" b="1" dirty="0">
                <a:solidFill>
                  <a:schemeClr val="bg1"/>
                </a:solidFill>
                <a:latin typeface="Times New Roman" pitchFamily="18" charset="0"/>
              </a:rPr>
              <a:t>3.  </a:t>
            </a:r>
            <a:r>
              <a:rPr lang="en-US" altLang="zh-CN" sz="2800" b="1" dirty="0" err="1">
                <a:solidFill>
                  <a:schemeClr val="bg1"/>
                </a:solidFill>
                <a:latin typeface="Times New Roman" pitchFamily="18" charset="0"/>
              </a:rPr>
              <a:t>B→b</a:t>
            </a:r>
            <a:endParaRPr lang="en-US" altLang="zh-CN" sz="2800" b="1" dirty="0">
              <a:solidFill>
                <a:schemeClr val="bg1"/>
              </a:solidFill>
              <a:latin typeface="Times New Roman" pitchFamily="18" charset="0"/>
            </a:endParaRPr>
          </a:p>
        </p:txBody>
      </p:sp>
    </p:spTree>
    <p:extLst>
      <p:ext uri="{BB962C8B-B14F-4D97-AF65-F5344CB8AC3E}">
        <p14:creationId xmlns:p14="http://schemas.microsoft.com/office/powerpoint/2010/main" val="22131800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8371">
                                            <p:txEl>
                                              <p:pRg st="0" end="0"/>
                                            </p:txEl>
                                          </p:spTgt>
                                        </p:tgtEl>
                                        <p:attrNameLst>
                                          <p:attrName>style.visibility</p:attrName>
                                        </p:attrNameLst>
                                      </p:cBhvr>
                                      <p:to>
                                        <p:strVal val="visible"/>
                                      </p:to>
                                    </p:set>
                                    <p:anim calcmode="lin" valueType="num">
                                      <p:cBhvr additive="base">
                                        <p:cTn id="7" dur="500" fill="hold"/>
                                        <p:tgtEl>
                                          <p:spTgt spid="6983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983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98371">
                                            <p:txEl>
                                              <p:pRg st="1" end="1"/>
                                            </p:txEl>
                                          </p:spTgt>
                                        </p:tgtEl>
                                        <p:attrNameLst>
                                          <p:attrName>style.visibility</p:attrName>
                                        </p:attrNameLst>
                                      </p:cBhvr>
                                      <p:to>
                                        <p:strVal val="visible"/>
                                      </p:to>
                                    </p:set>
                                    <p:anim calcmode="lin" valueType="num">
                                      <p:cBhvr additive="base">
                                        <p:cTn id="13" dur="500" fill="hold"/>
                                        <p:tgtEl>
                                          <p:spTgt spid="69837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983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98371">
                                            <p:txEl>
                                              <p:pRg st="2" end="2"/>
                                            </p:txEl>
                                          </p:spTgt>
                                        </p:tgtEl>
                                        <p:attrNameLst>
                                          <p:attrName>style.visibility</p:attrName>
                                        </p:attrNameLst>
                                      </p:cBhvr>
                                      <p:to>
                                        <p:strVal val="visible"/>
                                      </p:to>
                                    </p:set>
                                    <p:anim calcmode="lin" valueType="num">
                                      <p:cBhvr additive="base">
                                        <p:cTn id="19" dur="500" fill="hold"/>
                                        <p:tgtEl>
                                          <p:spTgt spid="69837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983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98371">
                                            <p:txEl>
                                              <p:pRg st="3" end="3"/>
                                            </p:txEl>
                                          </p:spTgt>
                                        </p:tgtEl>
                                        <p:attrNameLst>
                                          <p:attrName>style.visibility</p:attrName>
                                        </p:attrNameLst>
                                      </p:cBhvr>
                                      <p:to>
                                        <p:strVal val="visible"/>
                                      </p:to>
                                    </p:set>
                                    <p:anim calcmode="lin" valueType="num">
                                      <p:cBhvr additive="base">
                                        <p:cTn id="25" dur="500" fill="hold"/>
                                        <p:tgtEl>
                                          <p:spTgt spid="69837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983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98371">
                                            <p:txEl>
                                              <p:pRg st="5" end="5"/>
                                            </p:txEl>
                                          </p:spTgt>
                                        </p:tgtEl>
                                        <p:attrNameLst>
                                          <p:attrName>style.visibility</p:attrName>
                                        </p:attrNameLst>
                                      </p:cBhvr>
                                      <p:to>
                                        <p:strVal val="visible"/>
                                      </p:to>
                                    </p:set>
                                    <p:anim calcmode="lin" valueType="num">
                                      <p:cBhvr additive="base">
                                        <p:cTn id="31" dur="500" fill="hold"/>
                                        <p:tgtEl>
                                          <p:spTgt spid="69837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9837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8371" grpId="0" build="p" bldLvl="2"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Oval 2"/>
          <p:cNvSpPr>
            <a:spLocks noChangeArrowheads="1"/>
          </p:cNvSpPr>
          <p:nvPr/>
        </p:nvSpPr>
        <p:spPr bwMode="auto">
          <a:xfrm>
            <a:off x="2894013" y="3587749"/>
            <a:ext cx="576262" cy="56515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400" b="1">
                <a:solidFill>
                  <a:schemeClr val="bg1"/>
                </a:solidFill>
                <a:latin typeface="+mj-ea"/>
                <a:ea typeface="+mj-ea"/>
              </a:rPr>
              <a:t>0</a:t>
            </a:r>
          </a:p>
        </p:txBody>
      </p:sp>
      <p:sp>
        <p:nvSpPr>
          <p:cNvPr id="89092" name="Oval 3"/>
          <p:cNvSpPr>
            <a:spLocks noChangeArrowheads="1"/>
          </p:cNvSpPr>
          <p:nvPr/>
        </p:nvSpPr>
        <p:spPr bwMode="auto">
          <a:xfrm>
            <a:off x="4583113" y="3698874"/>
            <a:ext cx="381000" cy="38100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b="1">
              <a:solidFill>
                <a:schemeClr val="bg1"/>
              </a:solidFill>
              <a:latin typeface="+mj-ea"/>
              <a:ea typeface="+mj-ea"/>
            </a:endParaRPr>
          </a:p>
        </p:txBody>
      </p:sp>
      <p:sp>
        <p:nvSpPr>
          <p:cNvPr id="89093" name="Oval 4"/>
          <p:cNvSpPr>
            <a:spLocks noChangeArrowheads="1"/>
          </p:cNvSpPr>
          <p:nvPr/>
        </p:nvSpPr>
        <p:spPr bwMode="auto">
          <a:xfrm>
            <a:off x="4483100" y="3584575"/>
            <a:ext cx="604838" cy="568325"/>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400" b="1">
                <a:solidFill>
                  <a:schemeClr val="bg1"/>
                </a:solidFill>
                <a:latin typeface="+mj-ea"/>
                <a:ea typeface="+mj-ea"/>
              </a:rPr>
              <a:t>1</a:t>
            </a:r>
          </a:p>
        </p:txBody>
      </p:sp>
      <p:grpSp>
        <p:nvGrpSpPr>
          <p:cNvPr id="700421" name="Group 5"/>
          <p:cNvGrpSpPr>
            <a:grpSpLocks/>
          </p:cNvGrpSpPr>
          <p:nvPr/>
        </p:nvGrpSpPr>
        <p:grpSpPr bwMode="auto">
          <a:xfrm>
            <a:off x="3498852" y="3432178"/>
            <a:ext cx="941389" cy="461963"/>
            <a:chOff x="1244" y="2296"/>
            <a:chExt cx="593" cy="291"/>
          </a:xfrm>
        </p:grpSpPr>
        <p:sp>
          <p:nvSpPr>
            <p:cNvPr id="89136" name="Line 6"/>
            <p:cNvSpPr>
              <a:spLocks noChangeShapeType="1"/>
            </p:cNvSpPr>
            <p:nvPr/>
          </p:nvSpPr>
          <p:spPr bwMode="auto">
            <a:xfrm>
              <a:off x="1244" y="2568"/>
              <a:ext cx="593"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b="1">
                <a:solidFill>
                  <a:schemeClr val="bg1"/>
                </a:solidFill>
                <a:latin typeface="+mj-ea"/>
                <a:ea typeface="+mj-ea"/>
              </a:endParaRPr>
            </a:p>
          </p:txBody>
        </p:sp>
        <p:sp>
          <p:nvSpPr>
            <p:cNvPr id="89137" name="Text Box 7"/>
            <p:cNvSpPr txBox="1">
              <a:spLocks noChangeArrowheads="1"/>
            </p:cNvSpPr>
            <p:nvPr/>
          </p:nvSpPr>
          <p:spPr bwMode="auto">
            <a:xfrm>
              <a:off x="1432" y="2296"/>
              <a:ext cx="233"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S</a:t>
              </a:r>
            </a:p>
          </p:txBody>
        </p:sp>
      </p:grpSp>
      <p:sp>
        <p:nvSpPr>
          <p:cNvPr id="89096" name="Oval 9"/>
          <p:cNvSpPr>
            <a:spLocks noChangeArrowheads="1"/>
          </p:cNvSpPr>
          <p:nvPr/>
        </p:nvSpPr>
        <p:spPr bwMode="auto">
          <a:xfrm>
            <a:off x="5880101" y="2495549"/>
            <a:ext cx="576263" cy="56515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400" b="1">
                <a:solidFill>
                  <a:schemeClr val="bg1"/>
                </a:solidFill>
                <a:latin typeface="+mj-ea"/>
                <a:ea typeface="+mj-ea"/>
              </a:rPr>
              <a:t>2</a:t>
            </a:r>
          </a:p>
        </p:txBody>
      </p:sp>
      <p:sp>
        <p:nvSpPr>
          <p:cNvPr id="89097" name="Oval 10"/>
          <p:cNvSpPr>
            <a:spLocks noChangeArrowheads="1"/>
          </p:cNvSpPr>
          <p:nvPr/>
        </p:nvSpPr>
        <p:spPr bwMode="auto">
          <a:xfrm>
            <a:off x="8759826" y="3576637"/>
            <a:ext cx="576263" cy="56515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400" b="1">
                <a:solidFill>
                  <a:schemeClr val="bg1"/>
                </a:solidFill>
                <a:latin typeface="+mj-ea"/>
                <a:ea typeface="+mj-ea"/>
              </a:rPr>
              <a:t>4</a:t>
            </a:r>
          </a:p>
        </p:txBody>
      </p:sp>
      <p:sp>
        <p:nvSpPr>
          <p:cNvPr id="89098" name="Oval 11"/>
          <p:cNvSpPr>
            <a:spLocks noChangeArrowheads="1"/>
          </p:cNvSpPr>
          <p:nvPr/>
        </p:nvSpPr>
        <p:spPr bwMode="auto">
          <a:xfrm>
            <a:off x="5880101" y="4667249"/>
            <a:ext cx="576263" cy="56515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400" b="1">
                <a:solidFill>
                  <a:schemeClr val="bg1"/>
                </a:solidFill>
                <a:latin typeface="+mj-ea"/>
                <a:ea typeface="+mj-ea"/>
              </a:rPr>
              <a:t>3</a:t>
            </a:r>
          </a:p>
        </p:txBody>
      </p:sp>
      <p:sp>
        <p:nvSpPr>
          <p:cNvPr id="89099" name="Oval 12"/>
          <p:cNvSpPr>
            <a:spLocks noChangeArrowheads="1"/>
          </p:cNvSpPr>
          <p:nvPr/>
        </p:nvSpPr>
        <p:spPr bwMode="auto">
          <a:xfrm>
            <a:off x="7464426" y="4667249"/>
            <a:ext cx="576263" cy="56515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400" b="1">
                <a:solidFill>
                  <a:schemeClr val="bg1"/>
                </a:solidFill>
                <a:latin typeface="+mj-ea"/>
                <a:ea typeface="+mj-ea"/>
              </a:rPr>
              <a:t>6</a:t>
            </a:r>
          </a:p>
        </p:txBody>
      </p:sp>
      <p:grpSp>
        <p:nvGrpSpPr>
          <p:cNvPr id="700429" name="Group 13"/>
          <p:cNvGrpSpPr>
            <a:grpSpLocks/>
          </p:cNvGrpSpPr>
          <p:nvPr/>
        </p:nvGrpSpPr>
        <p:grpSpPr bwMode="auto">
          <a:xfrm>
            <a:off x="6484939" y="4872043"/>
            <a:ext cx="935037" cy="461963"/>
            <a:chOff x="3125" y="3203"/>
            <a:chExt cx="589" cy="291"/>
          </a:xfrm>
        </p:grpSpPr>
        <p:sp>
          <p:nvSpPr>
            <p:cNvPr id="89134" name="Line 14"/>
            <p:cNvSpPr>
              <a:spLocks noChangeShapeType="1"/>
            </p:cNvSpPr>
            <p:nvPr/>
          </p:nvSpPr>
          <p:spPr bwMode="auto">
            <a:xfrm>
              <a:off x="3125" y="3249"/>
              <a:ext cx="589"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b="1">
                <a:solidFill>
                  <a:schemeClr val="bg1"/>
                </a:solidFill>
                <a:latin typeface="+mj-ea"/>
                <a:ea typeface="+mj-ea"/>
              </a:endParaRPr>
            </a:p>
          </p:txBody>
        </p:sp>
        <p:sp>
          <p:nvSpPr>
            <p:cNvPr id="89135" name="Text Box 15"/>
            <p:cNvSpPr txBox="1">
              <a:spLocks noChangeArrowheads="1"/>
            </p:cNvSpPr>
            <p:nvPr/>
          </p:nvSpPr>
          <p:spPr bwMode="auto">
            <a:xfrm>
              <a:off x="3288" y="3203"/>
              <a:ext cx="249"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B</a:t>
              </a:r>
            </a:p>
          </p:txBody>
        </p:sp>
      </p:grpSp>
      <p:sp>
        <p:nvSpPr>
          <p:cNvPr id="89101" name="Oval 16"/>
          <p:cNvSpPr>
            <a:spLocks noChangeArrowheads="1"/>
          </p:cNvSpPr>
          <p:nvPr/>
        </p:nvSpPr>
        <p:spPr bwMode="auto">
          <a:xfrm>
            <a:off x="8853488" y="3689349"/>
            <a:ext cx="381000" cy="38100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b="1">
              <a:solidFill>
                <a:schemeClr val="bg1"/>
              </a:solidFill>
              <a:latin typeface="+mj-ea"/>
              <a:ea typeface="+mj-ea"/>
            </a:endParaRPr>
          </a:p>
        </p:txBody>
      </p:sp>
      <p:sp>
        <p:nvSpPr>
          <p:cNvPr id="89102" name="Oval 17"/>
          <p:cNvSpPr>
            <a:spLocks noChangeArrowheads="1"/>
          </p:cNvSpPr>
          <p:nvPr/>
        </p:nvSpPr>
        <p:spPr bwMode="auto">
          <a:xfrm>
            <a:off x="7556500" y="4778374"/>
            <a:ext cx="381000" cy="38100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b="1">
              <a:solidFill>
                <a:schemeClr val="bg1"/>
              </a:solidFill>
              <a:latin typeface="+mj-ea"/>
              <a:ea typeface="+mj-ea"/>
            </a:endParaRPr>
          </a:p>
        </p:txBody>
      </p:sp>
      <p:sp>
        <p:nvSpPr>
          <p:cNvPr id="89103" name="Rectangle 18"/>
          <p:cNvSpPr>
            <a:spLocks noGrp="1" noChangeArrowheads="1"/>
          </p:cNvSpPr>
          <p:nvPr>
            <p:ph type="title"/>
          </p:nvPr>
        </p:nvSpPr>
        <p:spPr>
          <a:noFill/>
        </p:spPr>
        <p:txBody>
          <a:bodyPr vert="horz" lIns="92075" tIns="46038" rIns="92075" bIns="46038" rtlCol="0" anchor="ctr">
            <a:noAutofit/>
          </a:bodyPr>
          <a:lstStyle/>
          <a:p>
            <a:pPr eaLnBrk="1" hangingPunct="1"/>
            <a:r>
              <a:rPr kumimoji="1" lang="zh-CN" altLang="en-US" dirty="0"/>
              <a:t>状态转换图</a:t>
            </a:r>
          </a:p>
        </p:txBody>
      </p:sp>
      <p:grpSp>
        <p:nvGrpSpPr>
          <p:cNvPr id="700435" name="Group 19"/>
          <p:cNvGrpSpPr>
            <a:grpSpLocks/>
          </p:cNvGrpSpPr>
          <p:nvPr/>
        </p:nvGrpSpPr>
        <p:grpSpPr bwMode="auto">
          <a:xfrm>
            <a:off x="3216276" y="2711449"/>
            <a:ext cx="2663825" cy="865188"/>
            <a:chOff x="1066" y="1842"/>
            <a:chExt cx="1678" cy="545"/>
          </a:xfrm>
        </p:grpSpPr>
        <p:sp>
          <p:nvSpPr>
            <p:cNvPr id="89132" name="Text Box 20"/>
            <p:cNvSpPr txBox="1">
              <a:spLocks noChangeArrowheads="1"/>
            </p:cNvSpPr>
            <p:nvPr/>
          </p:nvSpPr>
          <p:spPr bwMode="auto">
            <a:xfrm>
              <a:off x="1882" y="1842"/>
              <a:ext cx="249"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B</a:t>
              </a:r>
            </a:p>
          </p:txBody>
        </p:sp>
        <p:sp>
          <p:nvSpPr>
            <p:cNvPr id="89133" name="Line 21"/>
            <p:cNvSpPr>
              <a:spLocks noChangeShapeType="1"/>
            </p:cNvSpPr>
            <p:nvPr/>
          </p:nvSpPr>
          <p:spPr bwMode="auto">
            <a:xfrm flipV="1">
              <a:off x="1066" y="1888"/>
              <a:ext cx="1678" cy="499"/>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b="1">
                <a:solidFill>
                  <a:schemeClr val="bg1"/>
                </a:solidFill>
                <a:latin typeface="+mj-ea"/>
                <a:ea typeface="+mj-ea"/>
              </a:endParaRPr>
            </a:p>
          </p:txBody>
        </p:sp>
      </p:grpSp>
      <p:grpSp>
        <p:nvGrpSpPr>
          <p:cNvPr id="700438" name="Group 22"/>
          <p:cNvGrpSpPr>
            <a:grpSpLocks/>
          </p:cNvGrpSpPr>
          <p:nvPr/>
        </p:nvGrpSpPr>
        <p:grpSpPr bwMode="auto">
          <a:xfrm>
            <a:off x="6456364" y="2784474"/>
            <a:ext cx="2376487" cy="863600"/>
            <a:chOff x="3107" y="1888"/>
            <a:chExt cx="1497" cy="544"/>
          </a:xfrm>
        </p:grpSpPr>
        <p:sp>
          <p:nvSpPr>
            <p:cNvPr id="89130" name="Text Box 23"/>
            <p:cNvSpPr txBox="1">
              <a:spLocks noChangeArrowheads="1"/>
            </p:cNvSpPr>
            <p:nvPr/>
          </p:nvSpPr>
          <p:spPr bwMode="auto">
            <a:xfrm>
              <a:off x="3791" y="1917"/>
              <a:ext cx="246"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b</a:t>
              </a:r>
            </a:p>
          </p:txBody>
        </p:sp>
        <p:sp>
          <p:nvSpPr>
            <p:cNvPr id="89131" name="Line 24"/>
            <p:cNvSpPr>
              <a:spLocks noChangeShapeType="1"/>
            </p:cNvSpPr>
            <p:nvPr/>
          </p:nvSpPr>
          <p:spPr bwMode="auto">
            <a:xfrm>
              <a:off x="3107" y="1888"/>
              <a:ext cx="1497" cy="544"/>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b="1">
                <a:solidFill>
                  <a:schemeClr val="bg1"/>
                </a:solidFill>
                <a:latin typeface="+mj-ea"/>
                <a:ea typeface="+mj-ea"/>
              </a:endParaRPr>
            </a:p>
          </p:txBody>
        </p:sp>
      </p:grpSp>
      <p:sp>
        <p:nvSpPr>
          <p:cNvPr id="89106" name="Oval 25"/>
          <p:cNvSpPr>
            <a:spLocks noChangeArrowheads="1"/>
          </p:cNvSpPr>
          <p:nvPr/>
        </p:nvSpPr>
        <p:spPr bwMode="auto">
          <a:xfrm>
            <a:off x="7751763" y="1560512"/>
            <a:ext cx="576262" cy="56515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400" b="1">
                <a:solidFill>
                  <a:schemeClr val="bg1"/>
                </a:solidFill>
                <a:latin typeface="+mj-ea"/>
                <a:ea typeface="+mj-ea"/>
              </a:rPr>
              <a:t>5</a:t>
            </a:r>
          </a:p>
        </p:txBody>
      </p:sp>
      <p:sp>
        <p:nvSpPr>
          <p:cNvPr id="89107" name="Oval 26"/>
          <p:cNvSpPr>
            <a:spLocks noChangeArrowheads="1"/>
          </p:cNvSpPr>
          <p:nvPr/>
        </p:nvSpPr>
        <p:spPr bwMode="auto">
          <a:xfrm>
            <a:off x="7845425" y="1673224"/>
            <a:ext cx="381000" cy="38100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b="1">
              <a:solidFill>
                <a:schemeClr val="bg1"/>
              </a:solidFill>
              <a:latin typeface="+mj-ea"/>
              <a:ea typeface="+mj-ea"/>
            </a:endParaRPr>
          </a:p>
        </p:txBody>
      </p:sp>
      <p:grpSp>
        <p:nvGrpSpPr>
          <p:cNvPr id="700443" name="Group 27"/>
          <p:cNvGrpSpPr>
            <a:grpSpLocks/>
          </p:cNvGrpSpPr>
          <p:nvPr/>
        </p:nvGrpSpPr>
        <p:grpSpPr bwMode="auto">
          <a:xfrm>
            <a:off x="6456363" y="1920874"/>
            <a:ext cx="1295400" cy="719138"/>
            <a:chOff x="3107" y="1344"/>
            <a:chExt cx="816" cy="453"/>
          </a:xfrm>
        </p:grpSpPr>
        <p:sp>
          <p:nvSpPr>
            <p:cNvPr id="89128" name="Line 28"/>
            <p:cNvSpPr>
              <a:spLocks noChangeShapeType="1"/>
            </p:cNvSpPr>
            <p:nvPr/>
          </p:nvSpPr>
          <p:spPr bwMode="auto">
            <a:xfrm flipV="1">
              <a:off x="3107" y="1389"/>
              <a:ext cx="816" cy="408"/>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b="1">
                <a:solidFill>
                  <a:schemeClr val="bg1"/>
                </a:solidFill>
                <a:latin typeface="+mj-ea"/>
                <a:ea typeface="+mj-ea"/>
              </a:endParaRPr>
            </a:p>
          </p:txBody>
        </p:sp>
        <p:sp>
          <p:nvSpPr>
            <p:cNvPr id="89129" name="Text Box 29"/>
            <p:cNvSpPr txBox="1">
              <a:spLocks noChangeArrowheads="1"/>
            </p:cNvSpPr>
            <p:nvPr/>
          </p:nvSpPr>
          <p:spPr bwMode="auto">
            <a:xfrm>
              <a:off x="3334" y="1344"/>
              <a:ext cx="249"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B</a:t>
              </a:r>
            </a:p>
          </p:txBody>
        </p:sp>
      </p:grpSp>
      <p:grpSp>
        <p:nvGrpSpPr>
          <p:cNvPr id="700446" name="Group 30"/>
          <p:cNvGrpSpPr>
            <a:grpSpLocks/>
          </p:cNvGrpSpPr>
          <p:nvPr/>
        </p:nvGrpSpPr>
        <p:grpSpPr bwMode="auto">
          <a:xfrm>
            <a:off x="3432176" y="4008437"/>
            <a:ext cx="2447925" cy="863600"/>
            <a:chOff x="1202" y="2659"/>
            <a:chExt cx="1542" cy="544"/>
          </a:xfrm>
        </p:grpSpPr>
        <p:sp>
          <p:nvSpPr>
            <p:cNvPr id="89126" name="Line 31"/>
            <p:cNvSpPr>
              <a:spLocks noChangeShapeType="1"/>
            </p:cNvSpPr>
            <p:nvPr/>
          </p:nvSpPr>
          <p:spPr bwMode="auto">
            <a:xfrm>
              <a:off x="1202" y="2659"/>
              <a:ext cx="1542" cy="544"/>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b="1">
                <a:solidFill>
                  <a:schemeClr val="bg1"/>
                </a:solidFill>
                <a:latin typeface="+mj-ea"/>
                <a:ea typeface="+mj-ea"/>
              </a:endParaRPr>
            </a:p>
          </p:txBody>
        </p:sp>
        <p:sp>
          <p:nvSpPr>
            <p:cNvPr id="89127" name="Text Box 32"/>
            <p:cNvSpPr txBox="1">
              <a:spLocks noChangeArrowheads="1"/>
            </p:cNvSpPr>
            <p:nvPr/>
          </p:nvSpPr>
          <p:spPr bwMode="auto">
            <a:xfrm>
              <a:off x="1474" y="2750"/>
              <a:ext cx="228"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a</a:t>
              </a:r>
            </a:p>
          </p:txBody>
        </p:sp>
      </p:grpSp>
      <p:grpSp>
        <p:nvGrpSpPr>
          <p:cNvPr id="700449" name="Group 33"/>
          <p:cNvGrpSpPr>
            <a:grpSpLocks/>
          </p:cNvGrpSpPr>
          <p:nvPr/>
        </p:nvGrpSpPr>
        <p:grpSpPr bwMode="auto">
          <a:xfrm>
            <a:off x="6456363" y="4008437"/>
            <a:ext cx="2303462" cy="792162"/>
            <a:chOff x="3107" y="2659"/>
            <a:chExt cx="1451" cy="499"/>
          </a:xfrm>
        </p:grpSpPr>
        <p:sp>
          <p:nvSpPr>
            <p:cNvPr id="89124" name="Line 34"/>
            <p:cNvSpPr>
              <a:spLocks noChangeShapeType="1"/>
            </p:cNvSpPr>
            <p:nvPr/>
          </p:nvSpPr>
          <p:spPr bwMode="auto">
            <a:xfrm flipV="1">
              <a:off x="3107" y="2659"/>
              <a:ext cx="1451" cy="499"/>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b="1">
                <a:solidFill>
                  <a:schemeClr val="bg1"/>
                </a:solidFill>
                <a:latin typeface="+mj-ea"/>
                <a:ea typeface="+mj-ea"/>
              </a:endParaRPr>
            </a:p>
          </p:txBody>
        </p:sp>
        <p:sp>
          <p:nvSpPr>
            <p:cNvPr id="89125" name="Text Box 35"/>
            <p:cNvSpPr txBox="1">
              <a:spLocks noChangeArrowheads="1"/>
            </p:cNvSpPr>
            <p:nvPr/>
          </p:nvSpPr>
          <p:spPr bwMode="auto">
            <a:xfrm>
              <a:off x="3651" y="2659"/>
              <a:ext cx="246"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b</a:t>
              </a:r>
            </a:p>
          </p:txBody>
        </p:sp>
      </p:grpSp>
      <p:grpSp>
        <p:nvGrpSpPr>
          <p:cNvPr id="700452" name="Group 36"/>
          <p:cNvGrpSpPr>
            <a:grpSpLocks/>
          </p:cNvGrpSpPr>
          <p:nvPr/>
        </p:nvGrpSpPr>
        <p:grpSpPr bwMode="auto">
          <a:xfrm>
            <a:off x="6167438" y="3071813"/>
            <a:ext cx="361950" cy="1584325"/>
            <a:chOff x="2925" y="2069"/>
            <a:chExt cx="228" cy="998"/>
          </a:xfrm>
        </p:grpSpPr>
        <p:sp>
          <p:nvSpPr>
            <p:cNvPr id="89122" name="Line 37"/>
            <p:cNvSpPr>
              <a:spLocks noChangeShapeType="1"/>
            </p:cNvSpPr>
            <p:nvPr/>
          </p:nvSpPr>
          <p:spPr bwMode="auto">
            <a:xfrm>
              <a:off x="2925" y="2069"/>
              <a:ext cx="0" cy="998"/>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b="1">
                <a:solidFill>
                  <a:schemeClr val="bg1"/>
                </a:solidFill>
                <a:latin typeface="+mj-ea"/>
                <a:ea typeface="+mj-ea"/>
              </a:endParaRPr>
            </a:p>
          </p:txBody>
        </p:sp>
        <p:sp>
          <p:nvSpPr>
            <p:cNvPr id="89123" name="Text Box 38"/>
            <p:cNvSpPr txBox="1">
              <a:spLocks noChangeArrowheads="1"/>
            </p:cNvSpPr>
            <p:nvPr/>
          </p:nvSpPr>
          <p:spPr bwMode="auto">
            <a:xfrm>
              <a:off x="2925" y="2387"/>
              <a:ext cx="228"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a</a:t>
              </a:r>
            </a:p>
          </p:txBody>
        </p:sp>
      </p:grpSp>
      <p:grpSp>
        <p:nvGrpSpPr>
          <p:cNvPr id="700455" name="Group 39"/>
          <p:cNvGrpSpPr>
            <a:grpSpLocks/>
          </p:cNvGrpSpPr>
          <p:nvPr/>
        </p:nvGrpSpPr>
        <p:grpSpPr bwMode="auto">
          <a:xfrm>
            <a:off x="3273744" y="4151314"/>
            <a:ext cx="5717853" cy="2184510"/>
            <a:chOff x="1102" y="2749"/>
            <a:chExt cx="3593" cy="1369"/>
          </a:xfrm>
        </p:grpSpPr>
        <p:sp>
          <p:nvSpPr>
            <p:cNvPr id="89118" name="Line 40"/>
            <p:cNvSpPr>
              <a:spLocks noChangeShapeType="1"/>
            </p:cNvSpPr>
            <p:nvPr/>
          </p:nvSpPr>
          <p:spPr bwMode="auto">
            <a:xfrm flipV="1">
              <a:off x="4649" y="2749"/>
              <a:ext cx="46" cy="91"/>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b="1">
                <a:solidFill>
                  <a:schemeClr val="bg1"/>
                </a:solidFill>
                <a:latin typeface="+mj-ea"/>
                <a:ea typeface="+mj-ea"/>
              </a:endParaRPr>
            </a:p>
          </p:txBody>
        </p:sp>
        <p:grpSp>
          <p:nvGrpSpPr>
            <p:cNvPr id="89119" name="Group 41"/>
            <p:cNvGrpSpPr>
              <a:grpSpLocks/>
            </p:cNvGrpSpPr>
            <p:nvPr/>
          </p:nvGrpSpPr>
          <p:grpSpPr bwMode="auto">
            <a:xfrm>
              <a:off x="1102" y="2750"/>
              <a:ext cx="3547" cy="1368"/>
              <a:chOff x="1102" y="2750"/>
              <a:chExt cx="3547" cy="1368"/>
            </a:xfrm>
          </p:grpSpPr>
          <p:sp>
            <p:nvSpPr>
              <p:cNvPr id="89120" name="Text Box 42"/>
              <p:cNvSpPr txBox="1">
                <a:spLocks noChangeArrowheads="1"/>
              </p:cNvSpPr>
              <p:nvPr/>
            </p:nvSpPr>
            <p:spPr bwMode="auto">
              <a:xfrm>
                <a:off x="1380" y="3072"/>
                <a:ext cx="246"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b</a:t>
                </a:r>
              </a:p>
            </p:txBody>
          </p:sp>
          <p:sp>
            <p:nvSpPr>
              <p:cNvPr id="89121" name="Freeform 43"/>
              <p:cNvSpPr>
                <a:spLocks/>
              </p:cNvSpPr>
              <p:nvPr/>
            </p:nvSpPr>
            <p:spPr bwMode="auto">
              <a:xfrm>
                <a:off x="1102" y="2750"/>
                <a:ext cx="3547" cy="1368"/>
              </a:xfrm>
              <a:custGeom>
                <a:avLst/>
                <a:gdLst>
                  <a:gd name="T0" fmla="*/ 0 w 3629"/>
                  <a:gd name="T1" fmla="*/ 0 h 1368"/>
                  <a:gd name="T2" fmla="*/ 1044 w 3629"/>
                  <a:gd name="T3" fmla="*/ 1224 h 1368"/>
                  <a:gd name="T4" fmla="*/ 2903 w 3629"/>
                  <a:gd name="T5" fmla="*/ 862 h 1368"/>
                  <a:gd name="T6" fmla="*/ 3629 w 3629"/>
                  <a:gd name="T7" fmla="*/ 90 h 13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29" h="1368">
                    <a:moveTo>
                      <a:pt x="0" y="0"/>
                    </a:moveTo>
                    <a:cubicBezTo>
                      <a:pt x="280" y="540"/>
                      <a:pt x="560" y="1080"/>
                      <a:pt x="1044" y="1224"/>
                    </a:cubicBezTo>
                    <a:cubicBezTo>
                      <a:pt x="1528" y="1368"/>
                      <a:pt x="2472" y="1051"/>
                      <a:pt x="2903" y="862"/>
                    </a:cubicBezTo>
                    <a:cubicBezTo>
                      <a:pt x="3334" y="673"/>
                      <a:pt x="3481" y="381"/>
                      <a:pt x="3629" y="90"/>
                    </a:cubicBezTo>
                  </a:path>
                </a:pathLst>
              </a:cu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b="1">
                  <a:solidFill>
                    <a:schemeClr val="bg1"/>
                  </a:solidFill>
                  <a:latin typeface="+mj-ea"/>
                  <a:ea typeface="+mj-ea"/>
                </a:endParaRPr>
              </a:p>
            </p:txBody>
          </p:sp>
        </p:grpSp>
      </p:grpSp>
      <p:grpSp>
        <p:nvGrpSpPr>
          <p:cNvPr id="700460" name="Group 44"/>
          <p:cNvGrpSpPr>
            <a:grpSpLocks/>
          </p:cNvGrpSpPr>
          <p:nvPr/>
        </p:nvGrpSpPr>
        <p:grpSpPr bwMode="auto">
          <a:xfrm>
            <a:off x="5495926" y="5087938"/>
            <a:ext cx="671513" cy="600075"/>
            <a:chOff x="2502" y="3339"/>
            <a:chExt cx="423" cy="378"/>
          </a:xfrm>
        </p:grpSpPr>
        <p:sp>
          <p:nvSpPr>
            <p:cNvPr id="89114" name="Line 45"/>
            <p:cNvSpPr>
              <a:spLocks noChangeShapeType="1"/>
            </p:cNvSpPr>
            <p:nvPr/>
          </p:nvSpPr>
          <p:spPr bwMode="auto">
            <a:xfrm flipV="1">
              <a:off x="2925" y="3430"/>
              <a:ext cx="0" cy="45"/>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b="1">
                <a:solidFill>
                  <a:schemeClr val="bg1"/>
                </a:solidFill>
                <a:latin typeface="+mj-ea"/>
                <a:ea typeface="+mj-ea"/>
              </a:endParaRPr>
            </a:p>
          </p:txBody>
        </p:sp>
        <p:grpSp>
          <p:nvGrpSpPr>
            <p:cNvPr id="89115" name="Group 46"/>
            <p:cNvGrpSpPr>
              <a:grpSpLocks/>
            </p:cNvGrpSpPr>
            <p:nvPr/>
          </p:nvGrpSpPr>
          <p:grpSpPr bwMode="auto">
            <a:xfrm>
              <a:off x="2502" y="3339"/>
              <a:ext cx="423" cy="378"/>
              <a:chOff x="2502" y="3339"/>
              <a:chExt cx="423" cy="378"/>
            </a:xfrm>
          </p:grpSpPr>
          <p:sp>
            <p:nvSpPr>
              <p:cNvPr id="89116" name="Freeform 47"/>
              <p:cNvSpPr>
                <a:spLocks/>
              </p:cNvSpPr>
              <p:nvPr/>
            </p:nvSpPr>
            <p:spPr bwMode="auto">
              <a:xfrm>
                <a:off x="2502" y="3339"/>
                <a:ext cx="423" cy="378"/>
              </a:xfrm>
              <a:custGeom>
                <a:avLst/>
                <a:gdLst>
                  <a:gd name="T0" fmla="*/ 242 w 423"/>
                  <a:gd name="T1" fmla="*/ 0 h 378"/>
                  <a:gd name="T2" fmla="*/ 15 w 423"/>
                  <a:gd name="T3" fmla="*/ 227 h 378"/>
                  <a:gd name="T4" fmla="*/ 333 w 423"/>
                  <a:gd name="T5" fmla="*/ 363 h 378"/>
                  <a:gd name="T6" fmla="*/ 423 w 423"/>
                  <a:gd name="T7" fmla="*/ 136 h 3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23" h="378">
                    <a:moveTo>
                      <a:pt x="242" y="0"/>
                    </a:moveTo>
                    <a:cubicBezTo>
                      <a:pt x="121" y="83"/>
                      <a:pt x="0" y="167"/>
                      <a:pt x="15" y="227"/>
                    </a:cubicBezTo>
                    <a:cubicBezTo>
                      <a:pt x="30" y="287"/>
                      <a:pt x="265" y="378"/>
                      <a:pt x="333" y="363"/>
                    </a:cubicBezTo>
                    <a:cubicBezTo>
                      <a:pt x="401" y="348"/>
                      <a:pt x="412" y="242"/>
                      <a:pt x="423" y="136"/>
                    </a:cubicBezTo>
                  </a:path>
                </a:pathLst>
              </a:cu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b="1">
                  <a:solidFill>
                    <a:schemeClr val="bg1"/>
                  </a:solidFill>
                  <a:latin typeface="+mj-ea"/>
                  <a:ea typeface="+mj-ea"/>
                </a:endParaRPr>
              </a:p>
            </p:txBody>
          </p:sp>
          <p:sp>
            <p:nvSpPr>
              <p:cNvPr id="89117" name="Text Box 48"/>
              <p:cNvSpPr txBox="1">
                <a:spLocks noChangeArrowheads="1"/>
              </p:cNvSpPr>
              <p:nvPr/>
            </p:nvSpPr>
            <p:spPr bwMode="auto">
              <a:xfrm>
                <a:off x="2623" y="3414"/>
                <a:ext cx="228"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400" b="1">
                    <a:solidFill>
                      <a:schemeClr val="bg1"/>
                    </a:solidFill>
                    <a:latin typeface="+mj-ea"/>
                    <a:ea typeface="+mj-ea"/>
                  </a:rPr>
                  <a:t>a</a:t>
                </a:r>
              </a:p>
            </p:txBody>
          </p:sp>
        </p:grpSp>
      </p:grpSp>
      <p:sp>
        <p:nvSpPr>
          <p:cNvPr id="50" name="箭头: 右 49">
            <a:extLst>
              <a:ext uri="{FF2B5EF4-FFF2-40B4-BE49-F238E27FC236}">
                <a16:creationId xmlns:a16="http://schemas.microsoft.com/office/drawing/2014/main" id="{10F8F10F-F131-4AA0-90C3-7CEDBD10618F}"/>
              </a:ext>
            </a:extLst>
          </p:cNvPr>
          <p:cNvSpPr/>
          <p:nvPr/>
        </p:nvSpPr>
        <p:spPr>
          <a:xfrm>
            <a:off x="2374921" y="3716460"/>
            <a:ext cx="416970" cy="304554"/>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9" name="Text Box 120">
            <a:extLst>
              <a:ext uri="{FF2B5EF4-FFF2-40B4-BE49-F238E27FC236}">
                <a16:creationId xmlns:a16="http://schemas.microsoft.com/office/drawing/2014/main" id="{B8FF8EEC-79A8-4914-8AF4-21F8BB13F2C8}"/>
              </a:ext>
            </a:extLst>
          </p:cNvPr>
          <p:cNvSpPr txBox="1">
            <a:spLocks noChangeArrowheads="1"/>
          </p:cNvSpPr>
          <p:nvPr/>
        </p:nvSpPr>
        <p:spPr bwMode="auto">
          <a:xfrm>
            <a:off x="9297987" y="3609313"/>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dirty="0" err="1">
                <a:solidFill>
                  <a:schemeClr val="bg1"/>
                </a:solidFill>
                <a:latin typeface="+mj-ea"/>
                <a:ea typeface="+mj-ea"/>
              </a:rPr>
              <a:t>r3</a:t>
            </a:r>
            <a:endParaRPr lang="en-US" altLang="zh-CN" sz="2400" b="1" dirty="0">
              <a:solidFill>
                <a:schemeClr val="bg1"/>
              </a:solidFill>
              <a:latin typeface="+mj-ea"/>
              <a:ea typeface="+mj-ea"/>
            </a:endParaRPr>
          </a:p>
        </p:txBody>
      </p:sp>
      <p:sp>
        <p:nvSpPr>
          <p:cNvPr id="51" name="Text Box 113">
            <a:extLst>
              <a:ext uri="{FF2B5EF4-FFF2-40B4-BE49-F238E27FC236}">
                <a16:creationId xmlns:a16="http://schemas.microsoft.com/office/drawing/2014/main" id="{2E6BD353-2280-4FC7-89F9-E02A2FD7488A}"/>
              </a:ext>
            </a:extLst>
          </p:cNvPr>
          <p:cNvSpPr txBox="1">
            <a:spLocks noChangeArrowheads="1"/>
          </p:cNvSpPr>
          <p:nvPr/>
        </p:nvSpPr>
        <p:spPr bwMode="auto">
          <a:xfrm>
            <a:off x="8320087" y="1597727"/>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r1</a:t>
            </a:r>
          </a:p>
        </p:txBody>
      </p:sp>
      <p:sp>
        <p:nvSpPr>
          <p:cNvPr id="52" name="Text Box 116">
            <a:extLst>
              <a:ext uri="{FF2B5EF4-FFF2-40B4-BE49-F238E27FC236}">
                <a16:creationId xmlns:a16="http://schemas.microsoft.com/office/drawing/2014/main" id="{6256D285-79CD-4362-A284-EA197F33A046}"/>
              </a:ext>
            </a:extLst>
          </p:cNvPr>
          <p:cNvSpPr txBox="1">
            <a:spLocks noChangeArrowheads="1"/>
          </p:cNvSpPr>
          <p:nvPr/>
        </p:nvSpPr>
        <p:spPr bwMode="auto">
          <a:xfrm>
            <a:off x="8005362" y="4714544"/>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r2</a:t>
            </a:r>
          </a:p>
        </p:txBody>
      </p:sp>
      <p:sp>
        <p:nvSpPr>
          <p:cNvPr id="53" name="Text Box 113">
            <a:extLst>
              <a:ext uri="{FF2B5EF4-FFF2-40B4-BE49-F238E27FC236}">
                <a16:creationId xmlns:a16="http://schemas.microsoft.com/office/drawing/2014/main" id="{CEB22157-F34B-4D20-B73C-54D7064CD691}"/>
              </a:ext>
            </a:extLst>
          </p:cNvPr>
          <p:cNvSpPr txBox="1">
            <a:spLocks noChangeArrowheads="1"/>
          </p:cNvSpPr>
          <p:nvPr/>
        </p:nvSpPr>
        <p:spPr bwMode="auto">
          <a:xfrm>
            <a:off x="5064126" y="3643116"/>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dirty="0" err="1">
                <a:solidFill>
                  <a:schemeClr val="bg1"/>
                </a:solidFill>
                <a:latin typeface="+mj-ea"/>
                <a:ea typeface="+mj-ea"/>
              </a:rPr>
              <a:t>r0</a:t>
            </a:r>
            <a:endParaRPr lang="en-US" altLang="zh-CN" sz="2400" b="1" dirty="0">
              <a:solidFill>
                <a:schemeClr val="bg1"/>
              </a:solidFill>
              <a:latin typeface="+mj-ea"/>
              <a:ea typeface="+mj-ea"/>
            </a:endParaRPr>
          </a:p>
        </p:txBody>
      </p:sp>
    </p:spTree>
    <p:extLst>
      <p:ext uri="{BB962C8B-B14F-4D97-AF65-F5344CB8AC3E}">
        <p14:creationId xmlns:p14="http://schemas.microsoft.com/office/powerpoint/2010/main" val="48515938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00421"/>
                                        </p:tgtEl>
                                        <p:attrNameLst>
                                          <p:attrName>style.visibility</p:attrName>
                                        </p:attrNameLst>
                                      </p:cBhvr>
                                      <p:to>
                                        <p:strVal val="visible"/>
                                      </p:to>
                                    </p:set>
                                    <p:animEffect transition="in" filter="fade">
                                      <p:cBhvr>
                                        <p:cTn id="12" dur="500"/>
                                        <p:tgtEl>
                                          <p:spTgt spid="7004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700435"/>
                                        </p:tgtEl>
                                        <p:attrNameLst>
                                          <p:attrName>style.visibility</p:attrName>
                                        </p:attrNameLst>
                                      </p:cBhvr>
                                      <p:to>
                                        <p:strVal val="visible"/>
                                      </p:to>
                                    </p:set>
                                    <p:animEffect transition="in" filter="fade">
                                      <p:cBhvr>
                                        <p:cTn id="17" dur="500"/>
                                        <p:tgtEl>
                                          <p:spTgt spid="70043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700446"/>
                                        </p:tgtEl>
                                        <p:attrNameLst>
                                          <p:attrName>style.visibility</p:attrName>
                                        </p:attrNameLst>
                                      </p:cBhvr>
                                      <p:to>
                                        <p:strVal val="visible"/>
                                      </p:to>
                                    </p:set>
                                    <p:animEffect transition="in" filter="fade">
                                      <p:cBhvr>
                                        <p:cTn id="22" dur="500"/>
                                        <p:tgtEl>
                                          <p:spTgt spid="70044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700455"/>
                                        </p:tgtEl>
                                        <p:attrNameLst>
                                          <p:attrName>style.visibility</p:attrName>
                                        </p:attrNameLst>
                                      </p:cBhvr>
                                      <p:to>
                                        <p:strVal val="visible"/>
                                      </p:to>
                                    </p:set>
                                    <p:animEffect transition="in" filter="fade">
                                      <p:cBhvr>
                                        <p:cTn id="27" dur="500"/>
                                        <p:tgtEl>
                                          <p:spTgt spid="70045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700443"/>
                                        </p:tgtEl>
                                        <p:attrNameLst>
                                          <p:attrName>style.visibility</p:attrName>
                                        </p:attrNameLst>
                                      </p:cBhvr>
                                      <p:to>
                                        <p:strVal val="visible"/>
                                      </p:to>
                                    </p:set>
                                    <p:animEffect transition="in" filter="fade">
                                      <p:cBhvr>
                                        <p:cTn id="32" dur="500"/>
                                        <p:tgtEl>
                                          <p:spTgt spid="70044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700452"/>
                                        </p:tgtEl>
                                        <p:attrNameLst>
                                          <p:attrName>style.visibility</p:attrName>
                                        </p:attrNameLst>
                                      </p:cBhvr>
                                      <p:to>
                                        <p:strVal val="visible"/>
                                      </p:to>
                                    </p:set>
                                    <p:animEffect transition="in" filter="fade">
                                      <p:cBhvr>
                                        <p:cTn id="37" dur="500"/>
                                        <p:tgtEl>
                                          <p:spTgt spid="70045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nodeType="clickEffect">
                                  <p:stCondLst>
                                    <p:cond delay="0"/>
                                  </p:stCondLst>
                                  <p:childTnLst>
                                    <p:set>
                                      <p:cBhvr>
                                        <p:cTn id="41" dur="1" fill="hold">
                                          <p:stCondLst>
                                            <p:cond delay="0"/>
                                          </p:stCondLst>
                                        </p:cTn>
                                        <p:tgtEl>
                                          <p:spTgt spid="700438"/>
                                        </p:tgtEl>
                                        <p:attrNameLst>
                                          <p:attrName>style.visibility</p:attrName>
                                        </p:attrNameLst>
                                      </p:cBhvr>
                                      <p:to>
                                        <p:strVal val="visible"/>
                                      </p:to>
                                    </p:set>
                                    <p:animEffect transition="in" filter="fade">
                                      <p:cBhvr>
                                        <p:cTn id="42" dur="500"/>
                                        <p:tgtEl>
                                          <p:spTgt spid="70043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nodeType="clickEffect">
                                  <p:stCondLst>
                                    <p:cond delay="0"/>
                                  </p:stCondLst>
                                  <p:childTnLst>
                                    <p:set>
                                      <p:cBhvr>
                                        <p:cTn id="46" dur="1" fill="hold">
                                          <p:stCondLst>
                                            <p:cond delay="0"/>
                                          </p:stCondLst>
                                        </p:cTn>
                                        <p:tgtEl>
                                          <p:spTgt spid="700429"/>
                                        </p:tgtEl>
                                        <p:attrNameLst>
                                          <p:attrName>style.visibility</p:attrName>
                                        </p:attrNameLst>
                                      </p:cBhvr>
                                      <p:to>
                                        <p:strVal val="visible"/>
                                      </p:to>
                                    </p:set>
                                    <p:animEffect transition="in" filter="fade">
                                      <p:cBhvr>
                                        <p:cTn id="47" dur="500"/>
                                        <p:tgtEl>
                                          <p:spTgt spid="70042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nodeType="clickEffect">
                                  <p:stCondLst>
                                    <p:cond delay="0"/>
                                  </p:stCondLst>
                                  <p:childTnLst>
                                    <p:set>
                                      <p:cBhvr>
                                        <p:cTn id="51" dur="1" fill="hold">
                                          <p:stCondLst>
                                            <p:cond delay="0"/>
                                          </p:stCondLst>
                                        </p:cTn>
                                        <p:tgtEl>
                                          <p:spTgt spid="700460"/>
                                        </p:tgtEl>
                                        <p:attrNameLst>
                                          <p:attrName>style.visibility</p:attrName>
                                        </p:attrNameLst>
                                      </p:cBhvr>
                                      <p:to>
                                        <p:strVal val="visible"/>
                                      </p:to>
                                    </p:set>
                                    <p:animEffect transition="in" filter="fade">
                                      <p:cBhvr>
                                        <p:cTn id="52" dur="500"/>
                                        <p:tgtEl>
                                          <p:spTgt spid="70046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0" presetClass="entr" presetSubtype="0" fill="hold" nodeType="clickEffect">
                                  <p:stCondLst>
                                    <p:cond delay="0"/>
                                  </p:stCondLst>
                                  <p:childTnLst>
                                    <p:set>
                                      <p:cBhvr>
                                        <p:cTn id="56" dur="1" fill="hold">
                                          <p:stCondLst>
                                            <p:cond delay="0"/>
                                          </p:stCondLst>
                                        </p:cTn>
                                        <p:tgtEl>
                                          <p:spTgt spid="700449"/>
                                        </p:tgtEl>
                                        <p:attrNameLst>
                                          <p:attrName>style.visibility</p:attrName>
                                        </p:attrNameLst>
                                      </p:cBhvr>
                                      <p:to>
                                        <p:strVal val="visible"/>
                                      </p:to>
                                    </p:set>
                                    <p:animEffect transition="in" filter="fade">
                                      <p:cBhvr>
                                        <p:cTn id="57" dur="500"/>
                                        <p:tgtEl>
                                          <p:spTgt spid="700449"/>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53"/>
                                        </p:tgtEl>
                                        <p:attrNameLst>
                                          <p:attrName>style.visibility</p:attrName>
                                        </p:attrNameLst>
                                      </p:cBhvr>
                                      <p:to>
                                        <p:strVal val="visible"/>
                                      </p:to>
                                    </p:set>
                                    <p:animEffect transition="in" filter="fade">
                                      <p:cBhvr>
                                        <p:cTn id="62" dur="500"/>
                                        <p:tgtEl>
                                          <p:spTgt spid="5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500"/>
                                        <p:tgtEl>
                                          <p:spTgt spid="4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51"/>
                                        </p:tgtEl>
                                        <p:attrNameLst>
                                          <p:attrName>style.visibility</p:attrName>
                                        </p:attrNameLst>
                                      </p:cBhvr>
                                      <p:to>
                                        <p:strVal val="visible"/>
                                      </p:to>
                                    </p:set>
                                    <p:animEffect transition="in" filter="fade">
                                      <p:cBhvr>
                                        <p:cTn id="72" dur="500"/>
                                        <p:tgtEl>
                                          <p:spTgt spid="51"/>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52"/>
                                        </p:tgtEl>
                                        <p:attrNameLst>
                                          <p:attrName>style.visibility</p:attrName>
                                        </p:attrNameLst>
                                      </p:cBhvr>
                                      <p:to>
                                        <p:strVal val="visible"/>
                                      </p:to>
                                    </p:set>
                                    <p:animEffect transition="in" filter="fade">
                                      <p:cBhvr>
                                        <p:cTn id="7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49" grpId="0"/>
      <p:bldP spid="51" grpId="0"/>
      <p:bldP spid="52" grpId="0"/>
      <p:bldP spid="5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2467" name="Group 3"/>
          <p:cNvGraphicFramePr>
            <a:graphicFrameLocks noGrp="1"/>
          </p:cNvGraphicFramePr>
          <p:nvPr>
            <p:ph idx="1"/>
            <p:extLst>
              <p:ext uri="{D42A27DB-BD31-4B8C-83A1-F6EECF244321}">
                <p14:modId xmlns:p14="http://schemas.microsoft.com/office/powerpoint/2010/main" val="195436887"/>
              </p:ext>
            </p:extLst>
          </p:nvPr>
        </p:nvGraphicFramePr>
        <p:xfrm>
          <a:off x="1295400" y="990600"/>
          <a:ext cx="9601200" cy="4657725"/>
        </p:xfrm>
        <a:graphic>
          <a:graphicData uri="http://schemas.openxmlformats.org/drawingml/2006/table">
            <a:tbl>
              <a:tblPr/>
              <a:tblGrid>
                <a:gridCol w="1598551">
                  <a:extLst>
                    <a:ext uri="{9D8B030D-6E8A-4147-A177-3AD203B41FA5}">
                      <a16:colId xmlns:a16="http://schemas.microsoft.com/office/drawing/2014/main" val="20000"/>
                    </a:ext>
                  </a:extLst>
                </a:gridCol>
                <a:gridCol w="1602509">
                  <a:extLst>
                    <a:ext uri="{9D8B030D-6E8A-4147-A177-3AD203B41FA5}">
                      <a16:colId xmlns:a16="http://schemas.microsoft.com/office/drawing/2014/main" val="20001"/>
                    </a:ext>
                  </a:extLst>
                </a:gridCol>
                <a:gridCol w="1600529">
                  <a:extLst>
                    <a:ext uri="{9D8B030D-6E8A-4147-A177-3AD203B41FA5}">
                      <a16:colId xmlns:a16="http://schemas.microsoft.com/office/drawing/2014/main" val="20002"/>
                    </a:ext>
                  </a:extLst>
                </a:gridCol>
                <a:gridCol w="1598551">
                  <a:extLst>
                    <a:ext uri="{9D8B030D-6E8A-4147-A177-3AD203B41FA5}">
                      <a16:colId xmlns:a16="http://schemas.microsoft.com/office/drawing/2014/main" val="20003"/>
                    </a:ext>
                  </a:extLst>
                </a:gridCol>
                <a:gridCol w="1602509">
                  <a:extLst>
                    <a:ext uri="{9D8B030D-6E8A-4147-A177-3AD203B41FA5}">
                      <a16:colId xmlns:a16="http://schemas.microsoft.com/office/drawing/2014/main" val="20004"/>
                    </a:ext>
                  </a:extLst>
                </a:gridCol>
                <a:gridCol w="1598551">
                  <a:extLst>
                    <a:ext uri="{9D8B030D-6E8A-4147-A177-3AD203B41FA5}">
                      <a16:colId xmlns:a16="http://schemas.microsoft.com/office/drawing/2014/main" val="20005"/>
                    </a:ext>
                  </a:extLst>
                </a:gridCol>
              </a:tblGrid>
              <a:tr h="517525">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a:ln>
                            <a:noFill/>
                          </a:ln>
                          <a:solidFill>
                            <a:schemeClr val="bg1"/>
                          </a:solidFill>
                          <a:effectLst/>
                          <a:latin typeface="+mj-ea"/>
                          <a:ea typeface="+mj-ea"/>
                        </a:rPr>
                        <a:t>状态</a:t>
                      </a:r>
                    </a:p>
                  </a:txBody>
                  <a:tcPr marL="115095" marR="115095" marT="45726" marB="45726"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bg1"/>
                          </a:solidFill>
                          <a:effectLst/>
                          <a:latin typeface="+mj-ea"/>
                          <a:ea typeface="+mj-ea"/>
                        </a:rPr>
                        <a:t>action</a:t>
                      </a: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grid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bg1"/>
                          </a:solidFill>
                          <a:effectLst/>
                          <a:latin typeface="+mj-ea"/>
                          <a:ea typeface="+mj-ea"/>
                        </a:rPr>
                        <a:t>goto</a:t>
                      </a: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517525">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bg1"/>
                          </a:solidFill>
                          <a:effectLst/>
                          <a:latin typeface="+mj-ea"/>
                          <a:ea typeface="+mj-ea"/>
                        </a:rPr>
                        <a:t>a</a:t>
                      </a: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bg1"/>
                          </a:solidFill>
                          <a:effectLst/>
                          <a:latin typeface="+mj-ea"/>
                          <a:ea typeface="+mj-ea"/>
                        </a:rPr>
                        <a:t>b</a:t>
                      </a: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bg1"/>
                          </a:solidFill>
                          <a:effectLst/>
                          <a:latin typeface="+mj-ea"/>
                          <a:ea typeface="+mj-ea"/>
                        </a:rPr>
                        <a:t>#</a:t>
                      </a: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bg1"/>
                          </a:solidFill>
                          <a:effectLst/>
                          <a:latin typeface="+mj-ea"/>
                          <a:ea typeface="+mj-ea"/>
                        </a:rPr>
                        <a:t>S</a:t>
                      </a: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bg1"/>
                          </a:solidFill>
                          <a:effectLst/>
                          <a:latin typeface="+mj-ea"/>
                          <a:ea typeface="+mj-ea"/>
                        </a:rPr>
                        <a:t>B</a:t>
                      </a: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bg1"/>
                          </a:solidFill>
                          <a:effectLst/>
                          <a:latin typeface="+mj-ea"/>
                          <a:ea typeface="+mj-ea"/>
                        </a:rPr>
                        <a:t>0</a:t>
                      </a: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bg1"/>
                          </a:solidFill>
                          <a:effectLst/>
                          <a:latin typeface="+mj-ea"/>
                          <a:ea typeface="+mj-ea"/>
                        </a:rPr>
                        <a:t>1</a:t>
                      </a: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bg1"/>
                          </a:solidFill>
                          <a:effectLst/>
                          <a:latin typeface="+mj-ea"/>
                          <a:ea typeface="+mj-ea"/>
                        </a:rPr>
                        <a:t>2</a:t>
                      </a: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bg1"/>
                          </a:solidFill>
                          <a:effectLst/>
                          <a:latin typeface="+mj-ea"/>
                          <a:ea typeface="+mj-ea"/>
                        </a:rPr>
                        <a:t>3</a:t>
                      </a: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bg1"/>
                          </a:solidFill>
                          <a:effectLst/>
                          <a:latin typeface="+mj-ea"/>
                          <a:ea typeface="+mj-ea"/>
                        </a:rPr>
                        <a:t>4</a:t>
                      </a: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bg1"/>
                          </a:solidFill>
                          <a:effectLst/>
                          <a:latin typeface="+mj-ea"/>
                          <a:ea typeface="+mj-ea"/>
                        </a:rPr>
                        <a:t>5</a:t>
                      </a: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75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bg1"/>
                          </a:solidFill>
                          <a:effectLst/>
                          <a:latin typeface="+mj-ea"/>
                          <a:ea typeface="+mj-ea"/>
                        </a:rPr>
                        <a:t>6</a:t>
                      </a: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400" b="1" i="0" u="none" strike="noStrike" cap="none" normalizeH="0" baseline="0">
                        <a:ln>
                          <a:noFill/>
                        </a:ln>
                        <a:solidFill>
                          <a:schemeClr val="bg1"/>
                        </a:solidFill>
                        <a:effectLst/>
                        <a:latin typeface="+mj-ea"/>
                        <a:ea typeface="+mj-ea"/>
                      </a:endParaRPr>
                    </a:p>
                  </a:txBody>
                  <a:tcPr marL="115095" marR="115095" marT="45726" marB="45726"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 name="标题 1"/>
          <p:cNvSpPr>
            <a:spLocks noGrp="1"/>
          </p:cNvSpPr>
          <p:nvPr>
            <p:ph type="title"/>
          </p:nvPr>
        </p:nvSpPr>
        <p:spPr/>
        <p:txBody>
          <a:bodyPr/>
          <a:lstStyle/>
          <a:p>
            <a:r>
              <a:rPr lang="en-US" altLang="zh-CN" dirty="0" err="1"/>
              <a:t>LR</a:t>
            </a:r>
            <a:r>
              <a:rPr lang="en-US" altLang="zh-CN" dirty="0"/>
              <a:t>(0)</a:t>
            </a:r>
            <a:r>
              <a:rPr lang="zh-CN" altLang="en-US" dirty="0"/>
              <a:t>分析表</a:t>
            </a:r>
          </a:p>
        </p:txBody>
      </p:sp>
      <p:sp>
        <p:nvSpPr>
          <p:cNvPr id="702557" name="Text Box 93"/>
          <p:cNvSpPr txBox="1">
            <a:spLocks noChangeArrowheads="1"/>
          </p:cNvSpPr>
          <p:nvPr/>
        </p:nvSpPr>
        <p:spPr bwMode="auto">
          <a:xfrm>
            <a:off x="3429000" y="2054224"/>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dirty="0" err="1">
                <a:solidFill>
                  <a:schemeClr val="bg1"/>
                </a:solidFill>
                <a:latin typeface="+mj-ea"/>
                <a:ea typeface="+mj-ea"/>
              </a:rPr>
              <a:t>s3</a:t>
            </a:r>
            <a:endParaRPr lang="en-US" altLang="zh-CN" sz="2400" b="1" dirty="0">
              <a:solidFill>
                <a:schemeClr val="bg1"/>
              </a:solidFill>
              <a:latin typeface="+mj-ea"/>
              <a:ea typeface="+mj-ea"/>
            </a:endParaRPr>
          </a:p>
        </p:txBody>
      </p:sp>
      <p:sp>
        <p:nvSpPr>
          <p:cNvPr id="702558" name="Text Box 94"/>
          <p:cNvSpPr txBox="1">
            <a:spLocks noChangeArrowheads="1"/>
          </p:cNvSpPr>
          <p:nvPr/>
        </p:nvSpPr>
        <p:spPr bwMode="auto">
          <a:xfrm>
            <a:off x="5036737" y="2039937"/>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s4</a:t>
            </a:r>
          </a:p>
        </p:txBody>
      </p:sp>
      <p:sp>
        <p:nvSpPr>
          <p:cNvPr id="702559" name="Text Box 95"/>
          <p:cNvSpPr txBox="1">
            <a:spLocks noChangeArrowheads="1"/>
          </p:cNvSpPr>
          <p:nvPr/>
        </p:nvSpPr>
        <p:spPr bwMode="auto">
          <a:xfrm>
            <a:off x="8313337" y="2039937"/>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1</a:t>
            </a:r>
          </a:p>
        </p:txBody>
      </p:sp>
      <p:sp>
        <p:nvSpPr>
          <p:cNvPr id="702560" name="Text Box 96"/>
          <p:cNvSpPr txBox="1">
            <a:spLocks noChangeArrowheads="1"/>
          </p:cNvSpPr>
          <p:nvPr/>
        </p:nvSpPr>
        <p:spPr bwMode="auto">
          <a:xfrm>
            <a:off x="9913537" y="2039937"/>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2</a:t>
            </a:r>
          </a:p>
        </p:txBody>
      </p:sp>
      <p:sp>
        <p:nvSpPr>
          <p:cNvPr id="702561" name="Text Box 97"/>
          <p:cNvSpPr txBox="1">
            <a:spLocks noChangeArrowheads="1"/>
          </p:cNvSpPr>
          <p:nvPr/>
        </p:nvSpPr>
        <p:spPr bwMode="auto">
          <a:xfrm>
            <a:off x="6562998" y="2573337"/>
            <a:ext cx="980802"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acc</a:t>
            </a:r>
          </a:p>
        </p:txBody>
      </p:sp>
      <p:sp>
        <p:nvSpPr>
          <p:cNvPr id="702562" name="Text Box 98"/>
          <p:cNvSpPr txBox="1">
            <a:spLocks noChangeArrowheads="1"/>
          </p:cNvSpPr>
          <p:nvPr/>
        </p:nvSpPr>
        <p:spPr bwMode="auto">
          <a:xfrm>
            <a:off x="3429000" y="3106737"/>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s3</a:t>
            </a:r>
          </a:p>
        </p:txBody>
      </p:sp>
      <p:sp>
        <p:nvSpPr>
          <p:cNvPr id="702563" name="Text Box 99"/>
          <p:cNvSpPr txBox="1">
            <a:spLocks noChangeArrowheads="1"/>
          </p:cNvSpPr>
          <p:nvPr/>
        </p:nvSpPr>
        <p:spPr bwMode="auto">
          <a:xfrm>
            <a:off x="5036737" y="3106737"/>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s4</a:t>
            </a:r>
          </a:p>
        </p:txBody>
      </p:sp>
      <p:sp>
        <p:nvSpPr>
          <p:cNvPr id="702564" name="Text Box 100"/>
          <p:cNvSpPr txBox="1">
            <a:spLocks noChangeArrowheads="1"/>
          </p:cNvSpPr>
          <p:nvPr/>
        </p:nvSpPr>
        <p:spPr bwMode="auto">
          <a:xfrm>
            <a:off x="9913537" y="3106737"/>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5</a:t>
            </a:r>
          </a:p>
        </p:txBody>
      </p:sp>
      <p:sp>
        <p:nvSpPr>
          <p:cNvPr id="702565" name="Text Box 101"/>
          <p:cNvSpPr txBox="1">
            <a:spLocks noChangeArrowheads="1"/>
          </p:cNvSpPr>
          <p:nvPr/>
        </p:nvSpPr>
        <p:spPr bwMode="auto">
          <a:xfrm>
            <a:off x="3429000" y="3640137"/>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s3</a:t>
            </a:r>
          </a:p>
        </p:txBody>
      </p:sp>
      <p:sp>
        <p:nvSpPr>
          <p:cNvPr id="702566" name="Text Box 102"/>
          <p:cNvSpPr txBox="1">
            <a:spLocks noChangeArrowheads="1"/>
          </p:cNvSpPr>
          <p:nvPr/>
        </p:nvSpPr>
        <p:spPr bwMode="auto">
          <a:xfrm>
            <a:off x="5036737" y="3640137"/>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s4</a:t>
            </a:r>
          </a:p>
        </p:txBody>
      </p:sp>
      <p:sp>
        <p:nvSpPr>
          <p:cNvPr id="702576" name="Text Box 112"/>
          <p:cNvSpPr txBox="1">
            <a:spLocks noChangeArrowheads="1"/>
          </p:cNvSpPr>
          <p:nvPr/>
        </p:nvSpPr>
        <p:spPr bwMode="auto">
          <a:xfrm>
            <a:off x="6639198" y="4645024"/>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r1</a:t>
            </a:r>
          </a:p>
        </p:txBody>
      </p:sp>
      <p:sp>
        <p:nvSpPr>
          <p:cNvPr id="702577" name="Text Box 113"/>
          <p:cNvSpPr txBox="1">
            <a:spLocks noChangeArrowheads="1"/>
          </p:cNvSpPr>
          <p:nvPr/>
        </p:nvSpPr>
        <p:spPr bwMode="auto">
          <a:xfrm>
            <a:off x="3429000" y="4645024"/>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r1</a:t>
            </a:r>
          </a:p>
        </p:txBody>
      </p:sp>
      <p:sp>
        <p:nvSpPr>
          <p:cNvPr id="702578" name="Text Box 114"/>
          <p:cNvSpPr txBox="1">
            <a:spLocks noChangeArrowheads="1"/>
          </p:cNvSpPr>
          <p:nvPr/>
        </p:nvSpPr>
        <p:spPr bwMode="auto">
          <a:xfrm>
            <a:off x="5036737" y="4645024"/>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r1</a:t>
            </a:r>
          </a:p>
        </p:txBody>
      </p:sp>
      <p:sp>
        <p:nvSpPr>
          <p:cNvPr id="702579" name="Text Box 115"/>
          <p:cNvSpPr txBox="1">
            <a:spLocks noChangeArrowheads="1"/>
          </p:cNvSpPr>
          <p:nvPr/>
        </p:nvSpPr>
        <p:spPr bwMode="auto">
          <a:xfrm>
            <a:off x="6639198" y="5178424"/>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r2</a:t>
            </a:r>
          </a:p>
        </p:txBody>
      </p:sp>
      <p:sp>
        <p:nvSpPr>
          <p:cNvPr id="702580" name="Text Box 116"/>
          <p:cNvSpPr txBox="1">
            <a:spLocks noChangeArrowheads="1"/>
          </p:cNvSpPr>
          <p:nvPr/>
        </p:nvSpPr>
        <p:spPr bwMode="auto">
          <a:xfrm>
            <a:off x="3429000" y="5178424"/>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r2</a:t>
            </a:r>
          </a:p>
        </p:txBody>
      </p:sp>
      <p:sp>
        <p:nvSpPr>
          <p:cNvPr id="702581" name="Text Box 117"/>
          <p:cNvSpPr txBox="1">
            <a:spLocks noChangeArrowheads="1"/>
          </p:cNvSpPr>
          <p:nvPr/>
        </p:nvSpPr>
        <p:spPr bwMode="auto">
          <a:xfrm>
            <a:off x="5036737" y="5178424"/>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r2</a:t>
            </a:r>
          </a:p>
        </p:txBody>
      </p:sp>
      <p:sp>
        <p:nvSpPr>
          <p:cNvPr id="702582" name="Text Box 118"/>
          <p:cNvSpPr txBox="1">
            <a:spLocks noChangeArrowheads="1"/>
          </p:cNvSpPr>
          <p:nvPr/>
        </p:nvSpPr>
        <p:spPr bwMode="auto">
          <a:xfrm>
            <a:off x="9913537" y="3640137"/>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6</a:t>
            </a:r>
          </a:p>
        </p:txBody>
      </p:sp>
      <p:sp>
        <p:nvSpPr>
          <p:cNvPr id="702583" name="Text Box 119"/>
          <p:cNvSpPr txBox="1">
            <a:spLocks noChangeArrowheads="1"/>
          </p:cNvSpPr>
          <p:nvPr/>
        </p:nvSpPr>
        <p:spPr bwMode="auto">
          <a:xfrm>
            <a:off x="6639198" y="4097337"/>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r3</a:t>
            </a:r>
          </a:p>
        </p:txBody>
      </p:sp>
      <p:sp>
        <p:nvSpPr>
          <p:cNvPr id="702584" name="Text Box 120"/>
          <p:cNvSpPr txBox="1">
            <a:spLocks noChangeArrowheads="1"/>
          </p:cNvSpPr>
          <p:nvPr/>
        </p:nvSpPr>
        <p:spPr bwMode="auto">
          <a:xfrm>
            <a:off x="3429000" y="4097337"/>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r3</a:t>
            </a:r>
          </a:p>
        </p:txBody>
      </p:sp>
      <p:sp>
        <p:nvSpPr>
          <p:cNvPr id="702585" name="Text Box 121"/>
          <p:cNvSpPr txBox="1">
            <a:spLocks noChangeArrowheads="1"/>
          </p:cNvSpPr>
          <p:nvPr/>
        </p:nvSpPr>
        <p:spPr bwMode="auto">
          <a:xfrm>
            <a:off x="5036737" y="4097337"/>
            <a:ext cx="754463" cy="46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400" b="1">
                <a:solidFill>
                  <a:schemeClr val="bg1"/>
                </a:solidFill>
                <a:latin typeface="+mj-ea"/>
                <a:ea typeface="+mj-ea"/>
              </a:rPr>
              <a:t>r3</a:t>
            </a:r>
          </a:p>
        </p:txBody>
      </p:sp>
    </p:spTree>
    <p:extLst>
      <p:ext uri="{BB962C8B-B14F-4D97-AF65-F5344CB8AC3E}">
        <p14:creationId xmlns:p14="http://schemas.microsoft.com/office/powerpoint/2010/main" val="407701807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02557"/>
                                        </p:tgtEl>
                                        <p:attrNameLst>
                                          <p:attrName>style.visibility</p:attrName>
                                        </p:attrNameLst>
                                      </p:cBhvr>
                                      <p:to>
                                        <p:strVal val="visible"/>
                                      </p:to>
                                    </p:set>
                                    <p:animEffect transition="in" filter="fade">
                                      <p:cBhvr>
                                        <p:cTn id="7" dur="500"/>
                                        <p:tgtEl>
                                          <p:spTgt spid="7025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02558"/>
                                        </p:tgtEl>
                                        <p:attrNameLst>
                                          <p:attrName>style.visibility</p:attrName>
                                        </p:attrNameLst>
                                      </p:cBhvr>
                                      <p:to>
                                        <p:strVal val="visible"/>
                                      </p:to>
                                    </p:set>
                                    <p:animEffect transition="in" filter="fade">
                                      <p:cBhvr>
                                        <p:cTn id="12" dur="500"/>
                                        <p:tgtEl>
                                          <p:spTgt spid="7025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02559"/>
                                        </p:tgtEl>
                                        <p:attrNameLst>
                                          <p:attrName>style.visibility</p:attrName>
                                        </p:attrNameLst>
                                      </p:cBhvr>
                                      <p:to>
                                        <p:strVal val="visible"/>
                                      </p:to>
                                    </p:set>
                                    <p:animEffect transition="in" filter="fade">
                                      <p:cBhvr>
                                        <p:cTn id="17" dur="500"/>
                                        <p:tgtEl>
                                          <p:spTgt spid="70255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02560">
                                            <p:txEl>
                                              <p:pRg st="0" end="0"/>
                                            </p:txEl>
                                          </p:spTgt>
                                        </p:tgtEl>
                                        <p:attrNameLst>
                                          <p:attrName>style.visibility</p:attrName>
                                        </p:attrNameLst>
                                      </p:cBhvr>
                                      <p:to>
                                        <p:strVal val="visible"/>
                                      </p:to>
                                    </p:set>
                                    <p:animEffect transition="in" filter="fade">
                                      <p:cBhvr>
                                        <p:cTn id="22" dur="500"/>
                                        <p:tgtEl>
                                          <p:spTgt spid="70256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02561">
                                            <p:txEl>
                                              <p:pRg st="0" end="0"/>
                                            </p:txEl>
                                          </p:spTgt>
                                        </p:tgtEl>
                                        <p:attrNameLst>
                                          <p:attrName>style.visibility</p:attrName>
                                        </p:attrNameLst>
                                      </p:cBhvr>
                                      <p:to>
                                        <p:strVal val="visible"/>
                                      </p:to>
                                    </p:set>
                                    <p:animEffect transition="in" filter="fade">
                                      <p:cBhvr>
                                        <p:cTn id="27" dur="500"/>
                                        <p:tgtEl>
                                          <p:spTgt spid="702561">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02562">
                                            <p:txEl>
                                              <p:pRg st="0" end="0"/>
                                            </p:txEl>
                                          </p:spTgt>
                                        </p:tgtEl>
                                        <p:attrNameLst>
                                          <p:attrName>style.visibility</p:attrName>
                                        </p:attrNameLst>
                                      </p:cBhvr>
                                      <p:to>
                                        <p:strVal val="visible"/>
                                      </p:to>
                                    </p:set>
                                    <p:animEffect transition="in" filter="fade">
                                      <p:cBhvr>
                                        <p:cTn id="32" dur="500"/>
                                        <p:tgtEl>
                                          <p:spTgt spid="702562">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702563">
                                            <p:txEl>
                                              <p:pRg st="0" end="0"/>
                                            </p:txEl>
                                          </p:spTgt>
                                        </p:tgtEl>
                                        <p:attrNameLst>
                                          <p:attrName>style.visibility</p:attrName>
                                        </p:attrNameLst>
                                      </p:cBhvr>
                                      <p:to>
                                        <p:strVal val="visible"/>
                                      </p:to>
                                    </p:set>
                                    <p:animEffect transition="in" filter="fade">
                                      <p:cBhvr>
                                        <p:cTn id="37" dur="500"/>
                                        <p:tgtEl>
                                          <p:spTgt spid="702563">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02564">
                                            <p:txEl>
                                              <p:pRg st="0" end="0"/>
                                            </p:txEl>
                                          </p:spTgt>
                                        </p:tgtEl>
                                        <p:attrNameLst>
                                          <p:attrName>style.visibility</p:attrName>
                                        </p:attrNameLst>
                                      </p:cBhvr>
                                      <p:to>
                                        <p:strVal val="visible"/>
                                      </p:to>
                                    </p:set>
                                    <p:animEffect transition="in" filter="fade">
                                      <p:cBhvr>
                                        <p:cTn id="42" dur="500"/>
                                        <p:tgtEl>
                                          <p:spTgt spid="702564">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nodeType="clickEffect">
                                  <p:stCondLst>
                                    <p:cond delay="0"/>
                                  </p:stCondLst>
                                  <p:childTnLst>
                                    <p:set>
                                      <p:cBhvr>
                                        <p:cTn id="46" dur="1" fill="hold">
                                          <p:stCondLst>
                                            <p:cond delay="0"/>
                                          </p:stCondLst>
                                        </p:cTn>
                                        <p:tgtEl>
                                          <p:spTgt spid="702565">
                                            <p:txEl>
                                              <p:pRg st="0" end="0"/>
                                            </p:txEl>
                                          </p:spTgt>
                                        </p:tgtEl>
                                        <p:attrNameLst>
                                          <p:attrName>style.visibility</p:attrName>
                                        </p:attrNameLst>
                                      </p:cBhvr>
                                      <p:to>
                                        <p:strVal val="visible"/>
                                      </p:to>
                                    </p:set>
                                    <p:animEffect transition="in" filter="fade">
                                      <p:cBhvr>
                                        <p:cTn id="47" dur="500"/>
                                        <p:tgtEl>
                                          <p:spTgt spid="702565">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02566">
                                            <p:txEl>
                                              <p:pRg st="0" end="0"/>
                                            </p:txEl>
                                          </p:spTgt>
                                        </p:tgtEl>
                                        <p:attrNameLst>
                                          <p:attrName>style.visibility</p:attrName>
                                        </p:attrNameLst>
                                      </p:cBhvr>
                                      <p:to>
                                        <p:strVal val="visible"/>
                                      </p:to>
                                    </p:set>
                                    <p:animEffect transition="in" filter="fade">
                                      <p:cBhvr>
                                        <p:cTn id="52" dur="500"/>
                                        <p:tgtEl>
                                          <p:spTgt spid="702566">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702582"/>
                                        </p:tgtEl>
                                        <p:attrNameLst>
                                          <p:attrName>style.visibility</p:attrName>
                                        </p:attrNameLst>
                                      </p:cBhvr>
                                      <p:to>
                                        <p:strVal val="visible"/>
                                      </p:to>
                                    </p:set>
                                    <p:animEffect transition="in" filter="fade">
                                      <p:cBhvr>
                                        <p:cTn id="57" dur="500"/>
                                        <p:tgtEl>
                                          <p:spTgt spid="70258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702583"/>
                                        </p:tgtEl>
                                        <p:attrNameLst>
                                          <p:attrName>style.visibility</p:attrName>
                                        </p:attrNameLst>
                                      </p:cBhvr>
                                      <p:to>
                                        <p:strVal val="visible"/>
                                      </p:to>
                                    </p:set>
                                    <p:animEffect transition="in" filter="fade">
                                      <p:cBhvr>
                                        <p:cTn id="62" dur="500"/>
                                        <p:tgtEl>
                                          <p:spTgt spid="70258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702584"/>
                                        </p:tgtEl>
                                        <p:attrNameLst>
                                          <p:attrName>style.visibility</p:attrName>
                                        </p:attrNameLst>
                                      </p:cBhvr>
                                      <p:to>
                                        <p:strVal val="visible"/>
                                      </p:to>
                                    </p:set>
                                    <p:animEffect transition="in" filter="fade">
                                      <p:cBhvr>
                                        <p:cTn id="65" dur="500"/>
                                        <p:tgtEl>
                                          <p:spTgt spid="70258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702585"/>
                                        </p:tgtEl>
                                        <p:attrNameLst>
                                          <p:attrName>style.visibility</p:attrName>
                                        </p:attrNameLst>
                                      </p:cBhvr>
                                      <p:to>
                                        <p:strVal val="visible"/>
                                      </p:to>
                                    </p:set>
                                    <p:animEffect transition="in" filter="fade">
                                      <p:cBhvr>
                                        <p:cTn id="68" dur="500"/>
                                        <p:tgtEl>
                                          <p:spTgt spid="70258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702576"/>
                                        </p:tgtEl>
                                        <p:attrNameLst>
                                          <p:attrName>style.visibility</p:attrName>
                                        </p:attrNameLst>
                                      </p:cBhvr>
                                      <p:to>
                                        <p:strVal val="visible"/>
                                      </p:to>
                                    </p:set>
                                    <p:animEffect transition="in" filter="fade">
                                      <p:cBhvr>
                                        <p:cTn id="73" dur="500"/>
                                        <p:tgtEl>
                                          <p:spTgt spid="70257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702577"/>
                                        </p:tgtEl>
                                        <p:attrNameLst>
                                          <p:attrName>style.visibility</p:attrName>
                                        </p:attrNameLst>
                                      </p:cBhvr>
                                      <p:to>
                                        <p:strVal val="visible"/>
                                      </p:to>
                                    </p:set>
                                    <p:animEffect transition="in" filter="fade">
                                      <p:cBhvr>
                                        <p:cTn id="76" dur="500"/>
                                        <p:tgtEl>
                                          <p:spTgt spid="70257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702578"/>
                                        </p:tgtEl>
                                        <p:attrNameLst>
                                          <p:attrName>style.visibility</p:attrName>
                                        </p:attrNameLst>
                                      </p:cBhvr>
                                      <p:to>
                                        <p:strVal val="visible"/>
                                      </p:to>
                                    </p:set>
                                    <p:animEffect transition="in" filter="fade">
                                      <p:cBhvr>
                                        <p:cTn id="79" dur="500"/>
                                        <p:tgtEl>
                                          <p:spTgt spid="702578"/>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702579"/>
                                        </p:tgtEl>
                                        <p:attrNameLst>
                                          <p:attrName>style.visibility</p:attrName>
                                        </p:attrNameLst>
                                      </p:cBhvr>
                                      <p:to>
                                        <p:strVal val="visible"/>
                                      </p:to>
                                    </p:set>
                                    <p:animEffect transition="in" filter="fade">
                                      <p:cBhvr>
                                        <p:cTn id="84" dur="500"/>
                                        <p:tgtEl>
                                          <p:spTgt spid="70257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702580"/>
                                        </p:tgtEl>
                                        <p:attrNameLst>
                                          <p:attrName>style.visibility</p:attrName>
                                        </p:attrNameLst>
                                      </p:cBhvr>
                                      <p:to>
                                        <p:strVal val="visible"/>
                                      </p:to>
                                    </p:set>
                                    <p:animEffect transition="in" filter="fade">
                                      <p:cBhvr>
                                        <p:cTn id="87" dur="500"/>
                                        <p:tgtEl>
                                          <p:spTgt spid="70258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702581"/>
                                        </p:tgtEl>
                                        <p:attrNameLst>
                                          <p:attrName>style.visibility</p:attrName>
                                        </p:attrNameLst>
                                      </p:cBhvr>
                                      <p:to>
                                        <p:strVal val="visible"/>
                                      </p:to>
                                    </p:set>
                                    <p:animEffect transition="in" filter="fade">
                                      <p:cBhvr>
                                        <p:cTn id="90" dur="500"/>
                                        <p:tgtEl>
                                          <p:spTgt spid="702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2557" grpId="0"/>
      <p:bldP spid="702558" grpId="0"/>
      <p:bldP spid="702559" grpId="0"/>
      <p:bldP spid="702576" grpId="0"/>
      <p:bldP spid="702577" grpId="0"/>
      <p:bldP spid="702578" grpId="0"/>
      <p:bldP spid="702579" grpId="0"/>
      <p:bldP spid="702580" grpId="0"/>
      <p:bldP spid="702581" grpId="0"/>
      <p:bldP spid="702582" grpId="0"/>
      <p:bldP spid="702583" grpId="0"/>
      <p:bldP spid="702584" grpId="0"/>
      <p:bldP spid="70258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2"/>
          <p:cNvSpPr>
            <a:spLocks noChangeArrowheads="1"/>
          </p:cNvSpPr>
          <p:nvPr/>
        </p:nvSpPr>
        <p:spPr bwMode="auto">
          <a:xfrm>
            <a:off x="413400" y="1212644"/>
            <a:ext cx="5083686" cy="4248988"/>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b="1">
              <a:solidFill>
                <a:schemeClr val="bg1"/>
              </a:solidFill>
              <a:latin typeface="+mj-ea"/>
              <a:ea typeface="+mj-ea"/>
            </a:endParaRPr>
          </a:p>
        </p:txBody>
      </p:sp>
      <p:sp>
        <p:nvSpPr>
          <p:cNvPr id="92164" name="Line 3"/>
          <p:cNvSpPr>
            <a:spLocks noChangeShapeType="1"/>
          </p:cNvSpPr>
          <p:nvPr/>
        </p:nvSpPr>
        <p:spPr bwMode="auto">
          <a:xfrm>
            <a:off x="413400" y="3500763"/>
            <a:ext cx="5083686"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b="1">
              <a:solidFill>
                <a:schemeClr val="bg1"/>
              </a:solidFill>
              <a:latin typeface="+mj-ea"/>
              <a:ea typeface="+mj-ea"/>
            </a:endParaRPr>
          </a:p>
        </p:txBody>
      </p:sp>
      <p:sp>
        <p:nvSpPr>
          <p:cNvPr id="92165" name="Line 4"/>
          <p:cNvSpPr>
            <a:spLocks noChangeShapeType="1"/>
          </p:cNvSpPr>
          <p:nvPr/>
        </p:nvSpPr>
        <p:spPr bwMode="auto">
          <a:xfrm flipH="1" flipV="1">
            <a:off x="942371" y="1212644"/>
            <a:ext cx="0" cy="4248988"/>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b="1">
              <a:solidFill>
                <a:schemeClr val="bg1"/>
              </a:solidFill>
              <a:latin typeface="+mj-ea"/>
              <a:ea typeface="+mj-ea"/>
            </a:endParaRPr>
          </a:p>
        </p:txBody>
      </p:sp>
      <p:sp>
        <p:nvSpPr>
          <p:cNvPr id="92166" name="Line 5"/>
          <p:cNvSpPr>
            <a:spLocks noChangeShapeType="1"/>
          </p:cNvSpPr>
          <p:nvPr/>
        </p:nvSpPr>
        <p:spPr bwMode="auto">
          <a:xfrm>
            <a:off x="413400" y="1727273"/>
            <a:ext cx="5083686"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b="1">
              <a:solidFill>
                <a:schemeClr val="bg1"/>
              </a:solidFill>
              <a:latin typeface="+mj-ea"/>
              <a:ea typeface="+mj-ea"/>
            </a:endParaRPr>
          </a:p>
        </p:txBody>
      </p:sp>
      <p:sp>
        <p:nvSpPr>
          <p:cNvPr id="92167" name="Line 6"/>
          <p:cNvSpPr>
            <a:spLocks noChangeShapeType="1"/>
          </p:cNvSpPr>
          <p:nvPr/>
        </p:nvSpPr>
        <p:spPr bwMode="auto">
          <a:xfrm>
            <a:off x="413400" y="2170646"/>
            <a:ext cx="5083686"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b="1">
              <a:solidFill>
                <a:schemeClr val="bg1"/>
              </a:solidFill>
              <a:latin typeface="+mj-ea"/>
              <a:ea typeface="+mj-ea"/>
            </a:endParaRPr>
          </a:p>
        </p:txBody>
      </p:sp>
      <p:sp>
        <p:nvSpPr>
          <p:cNvPr id="92168" name="Line 7"/>
          <p:cNvSpPr>
            <a:spLocks noChangeShapeType="1"/>
          </p:cNvSpPr>
          <p:nvPr/>
        </p:nvSpPr>
        <p:spPr bwMode="auto">
          <a:xfrm>
            <a:off x="413400" y="2614018"/>
            <a:ext cx="5083686"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b="1">
              <a:solidFill>
                <a:schemeClr val="bg1"/>
              </a:solidFill>
              <a:latin typeface="+mj-ea"/>
              <a:ea typeface="+mj-ea"/>
            </a:endParaRPr>
          </a:p>
        </p:txBody>
      </p:sp>
      <p:sp>
        <p:nvSpPr>
          <p:cNvPr id="92169" name="Line 8"/>
          <p:cNvSpPr>
            <a:spLocks noChangeShapeType="1"/>
          </p:cNvSpPr>
          <p:nvPr/>
        </p:nvSpPr>
        <p:spPr bwMode="auto">
          <a:xfrm>
            <a:off x="413400" y="3057391"/>
            <a:ext cx="5083686"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b="1">
              <a:solidFill>
                <a:schemeClr val="bg1"/>
              </a:solidFill>
              <a:latin typeface="+mj-ea"/>
              <a:ea typeface="+mj-ea"/>
            </a:endParaRPr>
          </a:p>
        </p:txBody>
      </p:sp>
      <p:sp>
        <p:nvSpPr>
          <p:cNvPr id="92170" name="Line 9"/>
          <p:cNvSpPr>
            <a:spLocks noChangeShapeType="1"/>
          </p:cNvSpPr>
          <p:nvPr/>
        </p:nvSpPr>
        <p:spPr bwMode="auto">
          <a:xfrm>
            <a:off x="413400" y="3944136"/>
            <a:ext cx="5083686"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b="1">
              <a:solidFill>
                <a:schemeClr val="bg1"/>
              </a:solidFill>
              <a:latin typeface="+mj-ea"/>
              <a:ea typeface="+mj-ea"/>
            </a:endParaRPr>
          </a:p>
        </p:txBody>
      </p:sp>
      <p:sp>
        <p:nvSpPr>
          <p:cNvPr id="92171" name="Line 10"/>
          <p:cNvSpPr>
            <a:spLocks noChangeShapeType="1"/>
          </p:cNvSpPr>
          <p:nvPr/>
        </p:nvSpPr>
        <p:spPr bwMode="auto">
          <a:xfrm>
            <a:off x="413400" y="4450848"/>
            <a:ext cx="5083686"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b="1">
              <a:solidFill>
                <a:schemeClr val="bg1"/>
              </a:solidFill>
              <a:latin typeface="+mj-ea"/>
              <a:ea typeface="+mj-ea"/>
            </a:endParaRPr>
          </a:p>
        </p:txBody>
      </p:sp>
      <p:sp>
        <p:nvSpPr>
          <p:cNvPr id="92172" name="Line 11"/>
          <p:cNvSpPr>
            <a:spLocks noChangeShapeType="1"/>
          </p:cNvSpPr>
          <p:nvPr/>
        </p:nvSpPr>
        <p:spPr bwMode="auto">
          <a:xfrm>
            <a:off x="413400" y="4957560"/>
            <a:ext cx="5083686"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b="1">
              <a:solidFill>
                <a:schemeClr val="bg1"/>
              </a:solidFill>
              <a:latin typeface="+mj-ea"/>
              <a:ea typeface="+mj-ea"/>
            </a:endParaRPr>
          </a:p>
        </p:txBody>
      </p:sp>
      <p:sp>
        <p:nvSpPr>
          <p:cNvPr id="92173" name="Line 12"/>
          <p:cNvSpPr>
            <a:spLocks noChangeShapeType="1"/>
          </p:cNvSpPr>
          <p:nvPr/>
        </p:nvSpPr>
        <p:spPr bwMode="auto">
          <a:xfrm flipH="1" flipV="1">
            <a:off x="2279357" y="1212644"/>
            <a:ext cx="0" cy="4248988"/>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b="1">
              <a:solidFill>
                <a:schemeClr val="bg1"/>
              </a:solidFill>
              <a:latin typeface="+mj-ea"/>
              <a:ea typeface="+mj-ea"/>
            </a:endParaRPr>
          </a:p>
        </p:txBody>
      </p:sp>
      <p:sp>
        <p:nvSpPr>
          <p:cNvPr id="92174" name="Line 13"/>
          <p:cNvSpPr>
            <a:spLocks noChangeShapeType="1"/>
          </p:cNvSpPr>
          <p:nvPr/>
        </p:nvSpPr>
        <p:spPr bwMode="auto">
          <a:xfrm flipV="1">
            <a:off x="3623792" y="1212644"/>
            <a:ext cx="0" cy="4248988"/>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b="1">
              <a:solidFill>
                <a:schemeClr val="bg1"/>
              </a:solidFill>
              <a:latin typeface="+mj-ea"/>
              <a:ea typeface="+mj-ea"/>
            </a:endParaRPr>
          </a:p>
        </p:txBody>
      </p:sp>
      <p:sp>
        <p:nvSpPr>
          <p:cNvPr id="92175" name="Line 14"/>
          <p:cNvSpPr>
            <a:spLocks noChangeShapeType="1"/>
          </p:cNvSpPr>
          <p:nvPr/>
        </p:nvSpPr>
        <p:spPr bwMode="auto">
          <a:xfrm flipH="1" flipV="1">
            <a:off x="4861569" y="1220562"/>
            <a:ext cx="1430" cy="4241071"/>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b="1">
              <a:solidFill>
                <a:schemeClr val="bg1"/>
              </a:solidFill>
              <a:latin typeface="+mj-ea"/>
              <a:ea typeface="+mj-ea"/>
            </a:endParaRPr>
          </a:p>
        </p:txBody>
      </p:sp>
      <p:sp>
        <p:nvSpPr>
          <p:cNvPr id="92176" name="Text Box 15"/>
          <p:cNvSpPr txBox="1">
            <a:spLocks noChangeArrowheads="1"/>
          </p:cNvSpPr>
          <p:nvPr/>
        </p:nvSpPr>
        <p:spPr bwMode="auto">
          <a:xfrm>
            <a:off x="578658" y="1744428"/>
            <a:ext cx="165840"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endParaRPr kumimoji="1" lang="en-US" sz="2000" b="1">
              <a:solidFill>
                <a:schemeClr val="bg1"/>
              </a:solidFill>
              <a:latin typeface="+mj-ea"/>
              <a:ea typeface="+mj-ea"/>
            </a:endParaRPr>
          </a:p>
        </p:txBody>
      </p:sp>
      <p:sp>
        <p:nvSpPr>
          <p:cNvPr id="92177" name="Text Box 16"/>
          <p:cNvSpPr txBox="1">
            <a:spLocks noChangeArrowheads="1"/>
          </p:cNvSpPr>
          <p:nvPr/>
        </p:nvSpPr>
        <p:spPr bwMode="auto">
          <a:xfrm>
            <a:off x="524331" y="1751025"/>
            <a:ext cx="336650"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1</a:t>
            </a:r>
          </a:p>
        </p:txBody>
      </p:sp>
      <p:sp>
        <p:nvSpPr>
          <p:cNvPr id="92178" name="Text Box 17"/>
          <p:cNvSpPr txBox="1">
            <a:spLocks noChangeArrowheads="1"/>
          </p:cNvSpPr>
          <p:nvPr/>
        </p:nvSpPr>
        <p:spPr bwMode="auto">
          <a:xfrm>
            <a:off x="524331" y="2208914"/>
            <a:ext cx="336650"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2</a:t>
            </a:r>
          </a:p>
        </p:txBody>
      </p:sp>
      <p:sp>
        <p:nvSpPr>
          <p:cNvPr id="92179" name="Text Box 18"/>
          <p:cNvSpPr txBox="1">
            <a:spLocks noChangeArrowheads="1"/>
          </p:cNvSpPr>
          <p:nvPr/>
        </p:nvSpPr>
        <p:spPr bwMode="auto">
          <a:xfrm>
            <a:off x="510034" y="2643086"/>
            <a:ext cx="336650"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3</a:t>
            </a:r>
          </a:p>
        </p:txBody>
      </p:sp>
      <p:sp>
        <p:nvSpPr>
          <p:cNvPr id="92180" name="Text Box 19"/>
          <p:cNvSpPr txBox="1">
            <a:spLocks noChangeArrowheads="1"/>
          </p:cNvSpPr>
          <p:nvPr/>
        </p:nvSpPr>
        <p:spPr bwMode="auto">
          <a:xfrm>
            <a:off x="510034" y="3100286"/>
            <a:ext cx="336650"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4</a:t>
            </a:r>
          </a:p>
        </p:txBody>
      </p:sp>
      <p:sp>
        <p:nvSpPr>
          <p:cNvPr id="92181" name="Text Box 20"/>
          <p:cNvSpPr txBox="1">
            <a:spLocks noChangeArrowheads="1"/>
          </p:cNvSpPr>
          <p:nvPr/>
        </p:nvSpPr>
        <p:spPr bwMode="auto">
          <a:xfrm>
            <a:off x="510034" y="3538975"/>
            <a:ext cx="336650"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5</a:t>
            </a:r>
          </a:p>
        </p:txBody>
      </p:sp>
      <p:sp>
        <p:nvSpPr>
          <p:cNvPr id="92182" name="Text Box 21"/>
          <p:cNvSpPr txBox="1">
            <a:spLocks noChangeArrowheads="1"/>
          </p:cNvSpPr>
          <p:nvPr/>
        </p:nvSpPr>
        <p:spPr bwMode="auto">
          <a:xfrm>
            <a:off x="510034" y="4014686"/>
            <a:ext cx="336650"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6</a:t>
            </a:r>
          </a:p>
        </p:txBody>
      </p:sp>
      <p:sp>
        <p:nvSpPr>
          <p:cNvPr id="92183" name="Text Box 22"/>
          <p:cNvSpPr txBox="1">
            <a:spLocks noChangeArrowheads="1"/>
          </p:cNvSpPr>
          <p:nvPr/>
        </p:nvSpPr>
        <p:spPr bwMode="auto">
          <a:xfrm>
            <a:off x="510034" y="4536663"/>
            <a:ext cx="336650"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7</a:t>
            </a:r>
          </a:p>
        </p:txBody>
      </p:sp>
      <p:sp>
        <p:nvSpPr>
          <p:cNvPr id="92184" name="Text Box 23"/>
          <p:cNvSpPr txBox="1">
            <a:spLocks noChangeArrowheads="1"/>
          </p:cNvSpPr>
          <p:nvPr/>
        </p:nvSpPr>
        <p:spPr bwMode="auto">
          <a:xfrm>
            <a:off x="510034" y="5045878"/>
            <a:ext cx="336650"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8</a:t>
            </a:r>
          </a:p>
        </p:txBody>
      </p:sp>
      <p:sp>
        <p:nvSpPr>
          <p:cNvPr id="92185" name="Text Box 24"/>
          <p:cNvSpPr txBox="1">
            <a:spLocks noChangeArrowheads="1"/>
          </p:cNvSpPr>
          <p:nvPr/>
        </p:nvSpPr>
        <p:spPr bwMode="auto">
          <a:xfrm>
            <a:off x="1125029" y="1284954"/>
            <a:ext cx="993608"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000" b="1">
                <a:solidFill>
                  <a:schemeClr val="bg1"/>
                </a:solidFill>
                <a:latin typeface="+mj-ea"/>
                <a:ea typeface="+mj-ea"/>
              </a:rPr>
              <a:t>状态栈</a:t>
            </a:r>
          </a:p>
        </p:txBody>
      </p:sp>
      <p:sp>
        <p:nvSpPr>
          <p:cNvPr id="92186" name="Text Box 25"/>
          <p:cNvSpPr txBox="1">
            <a:spLocks noChangeArrowheads="1"/>
          </p:cNvSpPr>
          <p:nvPr/>
        </p:nvSpPr>
        <p:spPr bwMode="auto">
          <a:xfrm>
            <a:off x="2442806" y="1284954"/>
            <a:ext cx="993608"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000" b="1">
                <a:solidFill>
                  <a:schemeClr val="bg1"/>
                </a:solidFill>
                <a:latin typeface="+mj-ea"/>
                <a:ea typeface="+mj-ea"/>
              </a:rPr>
              <a:t>符号栈</a:t>
            </a:r>
          </a:p>
        </p:txBody>
      </p:sp>
      <p:sp>
        <p:nvSpPr>
          <p:cNvPr id="92187" name="Text Box 26"/>
          <p:cNvSpPr txBox="1">
            <a:spLocks noChangeArrowheads="1"/>
          </p:cNvSpPr>
          <p:nvPr/>
        </p:nvSpPr>
        <p:spPr bwMode="auto">
          <a:xfrm>
            <a:off x="3764669" y="1284954"/>
            <a:ext cx="993607"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000" b="1">
                <a:solidFill>
                  <a:schemeClr val="bg1"/>
                </a:solidFill>
                <a:latin typeface="+mj-ea"/>
                <a:ea typeface="+mj-ea"/>
              </a:rPr>
              <a:t>输入串</a:t>
            </a:r>
          </a:p>
        </p:txBody>
      </p:sp>
      <p:sp>
        <p:nvSpPr>
          <p:cNvPr id="92188" name="Text Box 27"/>
          <p:cNvSpPr txBox="1">
            <a:spLocks noChangeArrowheads="1"/>
          </p:cNvSpPr>
          <p:nvPr/>
        </p:nvSpPr>
        <p:spPr bwMode="auto">
          <a:xfrm>
            <a:off x="4847979" y="1284954"/>
            <a:ext cx="717685"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000" b="1">
                <a:solidFill>
                  <a:schemeClr val="bg1"/>
                </a:solidFill>
                <a:latin typeface="+mj-ea"/>
                <a:ea typeface="+mj-ea"/>
              </a:rPr>
              <a:t>动作</a:t>
            </a:r>
          </a:p>
        </p:txBody>
      </p:sp>
      <p:sp>
        <p:nvSpPr>
          <p:cNvPr id="703516" name="Text Box 28"/>
          <p:cNvSpPr txBox="1">
            <a:spLocks noChangeArrowheads="1"/>
          </p:cNvSpPr>
          <p:nvPr/>
        </p:nvSpPr>
        <p:spPr bwMode="auto">
          <a:xfrm>
            <a:off x="2329488" y="1773459"/>
            <a:ext cx="444922"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000" b="1">
                <a:solidFill>
                  <a:schemeClr val="bg1"/>
                </a:solidFill>
                <a:latin typeface="+mj-ea"/>
                <a:ea typeface="+mj-ea"/>
              </a:rPr>
              <a:t>＃</a:t>
            </a:r>
          </a:p>
        </p:txBody>
      </p:sp>
      <p:sp>
        <p:nvSpPr>
          <p:cNvPr id="703517" name="Text Box 29"/>
          <p:cNvSpPr txBox="1">
            <a:spLocks noChangeArrowheads="1"/>
          </p:cNvSpPr>
          <p:nvPr/>
        </p:nvSpPr>
        <p:spPr bwMode="auto">
          <a:xfrm>
            <a:off x="3656656" y="1790612"/>
            <a:ext cx="1220144"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en-US" altLang="zh-CN" sz="2000" b="1">
                <a:solidFill>
                  <a:schemeClr val="bg1"/>
                </a:solidFill>
                <a:latin typeface="+mj-ea"/>
                <a:ea typeface="+mj-ea"/>
              </a:rPr>
              <a:t>b a b </a:t>
            </a:r>
            <a:r>
              <a:rPr kumimoji="1" lang="zh-CN" altLang="en-US" sz="2000" b="1">
                <a:solidFill>
                  <a:schemeClr val="bg1"/>
                </a:solidFill>
                <a:latin typeface="+mj-ea"/>
                <a:ea typeface="+mj-ea"/>
              </a:rPr>
              <a:t>＃</a:t>
            </a:r>
          </a:p>
        </p:txBody>
      </p:sp>
      <p:sp>
        <p:nvSpPr>
          <p:cNvPr id="703518" name="Text Box 30"/>
          <p:cNvSpPr txBox="1">
            <a:spLocks noChangeArrowheads="1"/>
          </p:cNvSpPr>
          <p:nvPr/>
        </p:nvSpPr>
        <p:spPr bwMode="auto">
          <a:xfrm>
            <a:off x="4931623" y="1761582"/>
            <a:ext cx="473794"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s4</a:t>
            </a:r>
          </a:p>
        </p:txBody>
      </p:sp>
      <p:sp>
        <p:nvSpPr>
          <p:cNvPr id="703519" name="Text Box 31"/>
          <p:cNvSpPr txBox="1">
            <a:spLocks noChangeArrowheads="1"/>
          </p:cNvSpPr>
          <p:nvPr/>
        </p:nvSpPr>
        <p:spPr bwMode="auto">
          <a:xfrm>
            <a:off x="2329489" y="2643086"/>
            <a:ext cx="375182"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000" b="1">
                <a:solidFill>
                  <a:schemeClr val="bg1"/>
                </a:solidFill>
                <a:latin typeface="+mj-ea"/>
                <a:ea typeface="+mj-ea"/>
              </a:rPr>
              <a:t>＃ </a:t>
            </a:r>
            <a:endParaRPr kumimoji="1" lang="en-US" altLang="zh-CN" sz="2000" b="1">
              <a:solidFill>
                <a:schemeClr val="bg1"/>
              </a:solidFill>
              <a:latin typeface="+mj-ea"/>
              <a:ea typeface="+mj-ea"/>
            </a:endParaRPr>
          </a:p>
        </p:txBody>
      </p:sp>
      <p:sp>
        <p:nvSpPr>
          <p:cNvPr id="703520" name="Text Box 32"/>
          <p:cNvSpPr txBox="1">
            <a:spLocks noChangeArrowheads="1"/>
          </p:cNvSpPr>
          <p:nvPr/>
        </p:nvSpPr>
        <p:spPr bwMode="auto">
          <a:xfrm>
            <a:off x="3923725" y="2643086"/>
            <a:ext cx="953073"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en-US" altLang="zh-CN" sz="2000" b="1">
                <a:solidFill>
                  <a:schemeClr val="bg1"/>
                </a:solidFill>
                <a:latin typeface="+mj-ea"/>
                <a:ea typeface="+mj-ea"/>
              </a:rPr>
              <a:t>a b </a:t>
            </a:r>
            <a:r>
              <a:rPr kumimoji="1" lang="zh-CN" altLang="en-US" sz="2000" b="1">
                <a:solidFill>
                  <a:schemeClr val="bg1"/>
                </a:solidFill>
                <a:latin typeface="+mj-ea"/>
                <a:ea typeface="+mj-ea"/>
              </a:rPr>
              <a:t>＃</a:t>
            </a:r>
          </a:p>
        </p:txBody>
      </p:sp>
      <p:sp>
        <p:nvSpPr>
          <p:cNvPr id="703521" name="Text Box 33"/>
          <p:cNvSpPr txBox="1">
            <a:spLocks noChangeArrowheads="1"/>
          </p:cNvSpPr>
          <p:nvPr/>
        </p:nvSpPr>
        <p:spPr bwMode="auto">
          <a:xfrm>
            <a:off x="4945918" y="2208914"/>
            <a:ext cx="453584"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r3</a:t>
            </a:r>
          </a:p>
        </p:txBody>
      </p:sp>
      <p:sp>
        <p:nvSpPr>
          <p:cNvPr id="703522" name="Text Box 34"/>
          <p:cNvSpPr txBox="1">
            <a:spLocks noChangeArrowheads="1"/>
          </p:cNvSpPr>
          <p:nvPr/>
        </p:nvSpPr>
        <p:spPr bwMode="auto">
          <a:xfrm>
            <a:off x="1018142" y="1761582"/>
            <a:ext cx="336650"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0</a:t>
            </a:r>
          </a:p>
        </p:txBody>
      </p:sp>
      <p:sp>
        <p:nvSpPr>
          <p:cNvPr id="703523" name="Text Box 35"/>
          <p:cNvSpPr txBox="1">
            <a:spLocks noChangeArrowheads="1"/>
          </p:cNvSpPr>
          <p:nvPr/>
        </p:nvSpPr>
        <p:spPr bwMode="auto">
          <a:xfrm>
            <a:off x="1018142" y="2204953"/>
            <a:ext cx="589283"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0 4</a:t>
            </a:r>
          </a:p>
        </p:txBody>
      </p:sp>
      <p:sp>
        <p:nvSpPr>
          <p:cNvPr id="703524" name="Text Box 36"/>
          <p:cNvSpPr txBox="1">
            <a:spLocks noChangeArrowheads="1"/>
          </p:cNvSpPr>
          <p:nvPr/>
        </p:nvSpPr>
        <p:spPr bwMode="auto">
          <a:xfrm>
            <a:off x="1032438" y="2643086"/>
            <a:ext cx="289867"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0 </a:t>
            </a:r>
          </a:p>
        </p:txBody>
      </p:sp>
      <p:sp>
        <p:nvSpPr>
          <p:cNvPr id="703525" name="Text Box 37"/>
          <p:cNvSpPr txBox="1">
            <a:spLocks noChangeArrowheads="1"/>
          </p:cNvSpPr>
          <p:nvPr/>
        </p:nvSpPr>
        <p:spPr bwMode="auto">
          <a:xfrm>
            <a:off x="2329488" y="2233984"/>
            <a:ext cx="710547"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000" b="1">
                <a:solidFill>
                  <a:schemeClr val="bg1"/>
                </a:solidFill>
                <a:latin typeface="+mj-ea"/>
                <a:ea typeface="+mj-ea"/>
              </a:rPr>
              <a:t>＃ </a:t>
            </a:r>
            <a:r>
              <a:rPr kumimoji="1" lang="en-US" altLang="zh-CN" sz="2000" b="1">
                <a:solidFill>
                  <a:schemeClr val="bg1"/>
                </a:solidFill>
                <a:latin typeface="+mj-ea"/>
                <a:ea typeface="+mj-ea"/>
              </a:rPr>
              <a:t>b</a:t>
            </a:r>
          </a:p>
        </p:txBody>
      </p:sp>
      <p:sp>
        <p:nvSpPr>
          <p:cNvPr id="703526" name="Text Box 38"/>
          <p:cNvSpPr txBox="1">
            <a:spLocks noChangeArrowheads="1"/>
          </p:cNvSpPr>
          <p:nvPr/>
        </p:nvSpPr>
        <p:spPr bwMode="auto">
          <a:xfrm>
            <a:off x="3923725" y="2233984"/>
            <a:ext cx="953073"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en-US" altLang="zh-CN" sz="2000" b="1">
                <a:solidFill>
                  <a:schemeClr val="bg1"/>
                </a:solidFill>
                <a:latin typeface="+mj-ea"/>
                <a:ea typeface="+mj-ea"/>
              </a:rPr>
              <a:t>a b </a:t>
            </a:r>
            <a:r>
              <a:rPr kumimoji="1" lang="zh-CN" altLang="en-US" sz="2000" b="1">
                <a:solidFill>
                  <a:schemeClr val="bg1"/>
                </a:solidFill>
                <a:latin typeface="+mj-ea"/>
                <a:ea typeface="+mj-ea"/>
              </a:rPr>
              <a:t>＃</a:t>
            </a:r>
          </a:p>
        </p:txBody>
      </p:sp>
      <p:sp>
        <p:nvSpPr>
          <p:cNvPr id="703527" name="Text Box 39"/>
          <p:cNvSpPr txBox="1">
            <a:spLocks noChangeArrowheads="1"/>
          </p:cNvSpPr>
          <p:nvPr/>
        </p:nvSpPr>
        <p:spPr bwMode="auto">
          <a:xfrm>
            <a:off x="4945920" y="2643086"/>
            <a:ext cx="473794"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s3</a:t>
            </a:r>
          </a:p>
        </p:txBody>
      </p:sp>
      <p:sp>
        <p:nvSpPr>
          <p:cNvPr id="703528" name="Text Box 40"/>
          <p:cNvSpPr txBox="1">
            <a:spLocks noChangeArrowheads="1"/>
          </p:cNvSpPr>
          <p:nvPr/>
        </p:nvSpPr>
        <p:spPr bwMode="auto">
          <a:xfrm>
            <a:off x="1032438" y="3100286"/>
            <a:ext cx="841915"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0 2 3</a:t>
            </a:r>
          </a:p>
        </p:txBody>
      </p:sp>
      <p:sp>
        <p:nvSpPr>
          <p:cNvPr id="703529" name="Text Box 41"/>
          <p:cNvSpPr txBox="1">
            <a:spLocks noChangeArrowheads="1"/>
          </p:cNvSpPr>
          <p:nvPr/>
        </p:nvSpPr>
        <p:spPr bwMode="auto">
          <a:xfrm>
            <a:off x="2329488" y="3100286"/>
            <a:ext cx="957405"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000" b="1">
                <a:solidFill>
                  <a:schemeClr val="bg1"/>
                </a:solidFill>
                <a:latin typeface="+mj-ea"/>
                <a:ea typeface="+mj-ea"/>
              </a:rPr>
              <a:t>＃ </a:t>
            </a:r>
            <a:r>
              <a:rPr kumimoji="1" lang="en-US" altLang="zh-CN" sz="2000" b="1">
                <a:solidFill>
                  <a:schemeClr val="bg1"/>
                </a:solidFill>
                <a:latin typeface="+mj-ea"/>
                <a:ea typeface="+mj-ea"/>
              </a:rPr>
              <a:t>B a</a:t>
            </a:r>
          </a:p>
        </p:txBody>
      </p:sp>
      <p:sp>
        <p:nvSpPr>
          <p:cNvPr id="703530" name="Text Box 42"/>
          <p:cNvSpPr txBox="1">
            <a:spLocks noChangeArrowheads="1"/>
          </p:cNvSpPr>
          <p:nvPr/>
        </p:nvSpPr>
        <p:spPr bwMode="auto">
          <a:xfrm>
            <a:off x="4071101" y="3100286"/>
            <a:ext cx="792832"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en-US" altLang="zh-CN" sz="2000" b="1">
                <a:solidFill>
                  <a:schemeClr val="bg1"/>
                </a:solidFill>
                <a:latin typeface="+mj-ea"/>
                <a:ea typeface="+mj-ea"/>
              </a:rPr>
              <a:t> b </a:t>
            </a:r>
            <a:r>
              <a:rPr kumimoji="1" lang="zh-CN" altLang="en-US" sz="2000" b="1">
                <a:solidFill>
                  <a:schemeClr val="bg1"/>
                </a:solidFill>
                <a:latin typeface="+mj-ea"/>
                <a:ea typeface="+mj-ea"/>
              </a:rPr>
              <a:t>＃</a:t>
            </a:r>
          </a:p>
        </p:txBody>
      </p:sp>
      <p:sp>
        <p:nvSpPr>
          <p:cNvPr id="703531" name="Text Box 43"/>
          <p:cNvSpPr txBox="1">
            <a:spLocks noChangeArrowheads="1"/>
          </p:cNvSpPr>
          <p:nvPr/>
        </p:nvSpPr>
        <p:spPr bwMode="auto">
          <a:xfrm>
            <a:off x="4945920" y="3100286"/>
            <a:ext cx="473794"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s4</a:t>
            </a:r>
          </a:p>
        </p:txBody>
      </p:sp>
      <p:sp>
        <p:nvSpPr>
          <p:cNvPr id="703532" name="Text Box 44"/>
          <p:cNvSpPr txBox="1">
            <a:spLocks noChangeArrowheads="1"/>
          </p:cNvSpPr>
          <p:nvPr/>
        </p:nvSpPr>
        <p:spPr bwMode="auto">
          <a:xfrm>
            <a:off x="1032438" y="3538975"/>
            <a:ext cx="1094547"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0 2 3 4</a:t>
            </a:r>
          </a:p>
        </p:txBody>
      </p:sp>
      <p:sp>
        <p:nvSpPr>
          <p:cNvPr id="703533" name="Text Box 45"/>
          <p:cNvSpPr txBox="1">
            <a:spLocks noChangeArrowheads="1"/>
          </p:cNvSpPr>
          <p:nvPr/>
        </p:nvSpPr>
        <p:spPr bwMode="auto">
          <a:xfrm>
            <a:off x="2329488" y="3538975"/>
            <a:ext cx="1224473"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000" b="1">
                <a:solidFill>
                  <a:schemeClr val="bg1"/>
                </a:solidFill>
                <a:latin typeface="+mj-ea"/>
                <a:ea typeface="+mj-ea"/>
              </a:rPr>
              <a:t>＃ </a:t>
            </a:r>
            <a:r>
              <a:rPr kumimoji="1" lang="en-US" altLang="zh-CN" sz="2000" b="1">
                <a:solidFill>
                  <a:schemeClr val="bg1"/>
                </a:solidFill>
                <a:latin typeface="+mj-ea"/>
                <a:ea typeface="+mj-ea"/>
              </a:rPr>
              <a:t>B a b</a:t>
            </a:r>
          </a:p>
        </p:txBody>
      </p:sp>
      <p:sp>
        <p:nvSpPr>
          <p:cNvPr id="703534" name="Text Box 46"/>
          <p:cNvSpPr txBox="1">
            <a:spLocks noChangeArrowheads="1"/>
          </p:cNvSpPr>
          <p:nvPr/>
        </p:nvSpPr>
        <p:spPr bwMode="auto">
          <a:xfrm>
            <a:off x="4435038" y="3538975"/>
            <a:ext cx="441762"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zh-CN" altLang="en-US" sz="2000" b="1">
                <a:solidFill>
                  <a:schemeClr val="bg1"/>
                </a:solidFill>
                <a:latin typeface="+mj-ea"/>
                <a:ea typeface="+mj-ea"/>
              </a:rPr>
              <a:t>＃</a:t>
            </a:r>
          </a:p>
        </p:txBody>
      </p:sp>
      <p:sp>
        <p:nvSpPr>
          <p:cNvPr id="703535" name="Text Box 47"/>
          <p:cNvSpPr txBox="1">
            <a:spLocks noChangeArrowheads="1"/>
          </p:cNvSpPr>
          <p:nvPr/>
        </p:nvSpPr>
        <p:spPr bwMode="auto">
          <a:xfrm>
            <a:off x="4945918" y="3538975"/>
            <a:ext cx="453584"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r3</a:t>
            </a:r>
          </a:p>
        </p:txBody>
      </p:sp>
      <p:sp>
        <p:nvSpPr>
          <p:cNvPr id="703536" name="Text Box 48"/>
          <p:cNvSpPr txBox="1">
            <a:spLocks noChangeArrowheads="1"/>
          </p:cNvSpPr>
          <p:nvPr/>
        </p:nvSpPr>
        <p:spPr bwMode="auto">
          <a:xfrm>
            <a:off x="1032439" y="4021283"/>
            <a:ext cx="866986"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0 2 3</a:t>
            </a:r>
          </a:p>
        </p:txBody>
      </p:sp>
      <p:sp>
        <p:nvSpPr>
          <p:cNvPr id="703537" name="Text Box 49"/>
          <p:cNvSpPr txBox="1">
            <a:spLocks noChangeArrowheads="1"/>
          </p:cNvSpPr>
          <p:nvPr/>
        </p:nvSpPr>
        <p:spPr bwMode="auto">
          <a:xfrm>
            <a:off x="2329488" y="4035950"/>
            <a:ext cx="971311"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000" b="1">
                <a:solidFill>
                  <a:schemeClr val="bg1"/>
                </a:solidFill>
                <a:latin typeface="+mj-ea"/>
                <a:ea typeface="+mj-ea"/>
              </a:rPr>
              <a:t>＃ </a:t>
            </a:r>
            <a:r>
              <a:rPr kumimoji="1" lang="en-US" altLang="zh-CN" sz="2000" b="1">
                <a:solidFill>
                  <a:schemeClr val="bg1"/>
                </a:solidFill>
                <a:latin typeface="+mj-ea"/>
                <a:ea typeface="+mj-ea"/>
              </a:rPr>
              <a:t>B a</a:t>
            </a:r>
          </a:p>
        </p:txBody>
      </p:sp>
      <p:sp>
        <p:nvSpPr>
          <p:cNvPr id="703538" name="Text Box 50"/>
          <p:cNvSpPr txBox="1">
            <a:spLocks noChangeArrowheads="1"/>
          </p:cNvSpPr>
          <p:nvPr/>
        </p:nvSpPr>
        <p:spPr bwMode="auto">
          <a:xfrm>
            <a:off x="4435038" y="4053661"/>
            <a:ext cx="441762"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zh-CN" altLang="en-US" sz="2000" b="1">
                <a:solidFill>
                  <a:schemeClr val="bg1"/>
                </a:solidFill>
                <a:latin typeface="+mj-ea"/>
                <a:ea typeface="+mj-ea"/>
              </a:rPr>
              <a:t>＃</a:t>
            </a:r>
          </a:p>
        </p:txBody>
      </p:sp>
      <p:sp>
        <p:nvSpPr>
          <p:cNvPr id="703539" name="Text Box 51"/>
          <p:cNvSpPr txBox="1">
            <a:spLocks noChangeArrowheads="1"/>
          </p:cNvSpPr>
          <p:nvPr/>
        </p:nvSpPr>
        <p:spPr bwMode="auto">
          <a:xfrm>
            <a:off x="4945918" y="4024630"/>
            <a:ext cx="453584"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r2</a:t>
            </a:r>
          </a:p>
        </p:txBody>
      </p:sp>
      <p:sp>
        <p:nvSpPr>
          <p:cNvPr id="703540" name="Text Box 52"/>
          <p:cNvSpPr txBox="1">
            <a:spLocks noChangeArrowheads="1"/>
          </p:cNvSpPr>
          <p:nvPr/>
        </p:nvSpPr>
        <p:spPr bwMode="auto">
          <a:xfrm>
            <a:off x="1041552" y="4522430"/>
            <a:ext cx="589312"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0 2</a:t>
            </a:r>
          </a:p>
        </p:txBody>
      </p:sp>
      <p:sp>
        <p:nvSpPr>
          <p:cNvPr id="703541" name="Text Box 53"/>
          <p:cNvSpPr txBox="1">
            <a:spLocks noChangeArrowheads="1"/>
          </p:cNvSpPr>
          <p:nvPr/>
        </p:nvSpPr>
        <p:spPr bwMode="auto">
          <a:xfrm>
            <a:off x="2315052" y="4527993"/>
            <a:ext cx="697638"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000" b="1">
                <a:solidFill>
                  <a:schemeClr val="bg1"/>
                </a:solidFill>
                <a:latin typeface="+mj-ea"/>
                <a:ea typeface="+mj-ea"/>
              </a:rPr>
              <a:t>＃ </a:t>
            </a:r>
            <a:r>
              <a:rPr kumimoji="1" lang="en-US" altLang="zh-CN" sz="2000" b="1">
                <a:solidFill>
                  <a:schemeClr val="bg1"/>
                </a:solidFill>
                <a:latin typeface="+mj-ea"/>
                <a:ea typeface="+mj-ea"/>
              </a:rPr>
              <a:t>B</a:t>
            </a:r>
          </a:p>
        </p:txBody>
      </p:sp>
      <p:sp>
        <p:nvSpPr>
          <p:cNvPr id="703542" name="Text Box 54"/>
          <p:cNvSpPr txBox="1">
            <a:spLocks noChangeArrowheads="1"/>
          </p:cNvSpPr>
          <p:nvPr/>
        </p:nvSpPr>
        <p:spPr bwMode="auto">
          <a:xfrm>
            <a:off x="4435038" y="4560372"/>
            <a:ext cx="441762"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zh-CN" altLang="en-US" sz="2000" b="1">
                <a:solidFill>
                  <a:schemeClr val="bg1"/>
                </a:solidFill>
                <a:latin typeface="+mj-ea"/>
                <a:ea typeface="+mj-ea"/>
              </a:rPr>
              <a:t>＃</a:t>
            </a:r>
          </a:p>
        </p:txBody>
      </p:sp>
      <p:sp>
        <p:nvSpPr>
          <p:cNvPr id="703543" name="Text Box 55"/>
          <p:cNvSpPr txBox="1">
            <a:spLocks noChangeArrowheads="1"/>
          </p:cNvSpPr>
          <p:nvPr/>
        </p:nvSpPr>
        <p:spPr bwMode="auto">
          <a:xfrm>
            <a:off x="4945918" y="4531341"/>
            <a:ext cx="453584"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r1</a:t>
            </a:r>
          </a:p>
        </p:txBody>
      </p:sp>
      <p:sp>
        <p:nvSpPr>
          <p:cNvPr id="703544" name="Text Box 56"/>
          <p:cNvSpPr txBox="1">
            <a:spLocks noChangeArrowheads="1"/>
          </p:cNvSpPr>
          <p:nvPr/>
        </p:nvSpPr>
        <p:spPr bwMode="auto">
          <a:xfrm>
            <a:off x="1041582" y="5051289"/>
            <a:ext cx="305794"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0</a:t>
            </a:r>
          </a:p>
        </p:txBody>
      </p:sp>
      <p:sp>
        <p:nvSpPr>
          <p:cNvPr id="703545" name="Text Box 57"/>
          <p:cNvSpPr txBox="1">
            <a:spLocks noChangeArrowheads="1"/>
          </p:cNvSpPr>
          <p:nvPr/>
        </p:nvSpPr>
        <p:spPr bwMode="auto">
          <a:xfrm>
            <a:off x="2322890" y="5034631"/>
            <a:ext cx="361472"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zh-CN" altLang="en-US" sz="2000" b="1">
                <a:solidFill>
                  <a:schemeClr val="bg1"/>
                </a:solidFill>
                <a:latin typeface="+mj-ea"/>
                <a:ea typeface="+mj-ea"/>
              </a:rPr>
              <a:t>＃</a:t>
            </a:r>
            <a:endParaRPr kumimoji="1" lang="en-US" altLang="zh-CN" sz="2000" b="1">
              <a:solidFill>
                <a:schemeClr val="bg1"/>
              </a:solidFill>
              <a:latin typeface="+mj-ea"/>
              <a:ea typeface="+mj-ea"/>
            </a:endParaRPr>
          </a:p>
        </p:txBody>
      </p:sp>
      <p:sp>
        <p:nvSpPr>
          <p:cNvPr id="703546" name="Text Box 58"/>
          <p:cNvSpPr txBox="1">
            <a:spLocks noChangeArrowheads="1"/>
          </p:cNvSpPr>
          <p:nvPr/>
        </p:nvSpPr>
        <p:spPr bwMode="auto">
          <a:xfrm>
            <a:off x="4422407" y="5058396"/>
            <a:ext cx="441762" cy="4544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algn="r" eaLnBrk="1" hangingPunct="1"/>
            <a:r>
              <a:rPr kumimoji="1" lang="zh-CN" altLang="en-US" sz="2000" b="1">
                <a:solidFill>
                  <a:schemeClr val="bg1"/>
                </a:solidFill>
                <a:latin typeface="+mj-ea"/>
                <a:ea typeface="+mj-ea"/>
              </a:rPr>
              <a:t>＃</a:t>
            </a:r>
          </a:p>
        </p:txBody>
      </p:sp>
      <p:sp>
        <p:nvSpPr>
          <p:cNvPr id="703547" name="Text Box 59"/>
          <p:cNvSpPr txBox="1">
            <a:spLocks noChangeArrowheads="1"/>
          </p:cNvSpPr>
          <p:nvPr/>
        </p:nvSpPr>
        <p:spPr bwMode="auto">
          <a:xfrm>
            <a:off x="4902761" y="5036252"/>
            <a:ext cx="612381"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rgbClr val="EE853E"/>
                </a:solidFill>
                <a:latin typeface="+mj-ea"/>
                <a:ea typeface="+mj-ea"/>
              </a:rPr>
              <a:t>acc</a:t>
            </a:r>
          </a:p>
        </p:txBody>
      </p:sp>
      <p:sp>
        <p:nvSpPr>
          <p:cNvPr id="2" name="标题 1"/>
          <p:cNvSpPr>
            <a:spLocks noGrp="1"/>
          </p:cNvSpPr>
          <p:nvPr>
            <p:ph type="title"/>
          </p:nvPr>
        </p:nvSpPr>
        <p:spPr/>
        <p:txBody>
          <a:bodyPr/>
          <a:lstStyle/>
          <a:p>
            <a:r>
              <a:rPr lang="zh-CN" altLang="en-US"/>
              <a:t>输入串 </a:t>
            </a:r>
            <a:r>
              <a:rPr lang="en-US" altLang="zh-CN"/>
              <a:t>b a b </a:t>
            </a:r>
            <a:r>
              <a:rPr lang="zh-CN" altLang="en-US"/>
              <a:t>的分析过程</a:t>
            </a:r>
            <a:endParaRPr lang="en-US"/>
          </a:p>
        </p:txBody>
      </p:sp>
      <p:sp>
        <p:nvSpPr>
          <p:cNvPr id="63" name="Oval 2">
            <a:extLst>
              <a:ext uri="{FF2B5EF4-FFF2-40B4-BE49-F238E27FC236}">
                <a16:creationId xmlns:a16="http://schemas.microsoft.com/office/drawing/2014/main" id="{E5D7D9A1-AA18-415B-A13D-34E9FD682D5D}"/>
              </a:ext>
            </a:extLst>
          </p:cNvPr>
          <p:cNvSpPr>
            <a:spLocks noChangeArrowheads="1"/>
          </p:cNvSpPr>
          <p:nvPr/>
        </p:nvSpPr>
        <p:spPr bwMode="auto">
          <a:xfrm>
            <a:off x="5995931" y="2946607"/>
            <a:ext cx="490645" cy="481184"/>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000" b="1">
                <a:solidFill>
                  <a:schemeClr val="bg1"/>
                </a:solidFill>
                <a:latin typeface="+mj-ea"/>
                <a:ea typeface="+mj-ea"/>
              </a:rPr>
              <a:t>0</a:t>
            </a:r>
          </a:p>
        </p:txBody>
      </p:sp>
      <p:sp>
        <p:nvSpPr>
          <p:cNvPr id="64" name="Oval 3">
            <a:extLst>
              <a:ext uri="{FF2B5EF4-FFF2-40B4-BE49-F238E27FC236}">
                <a16:creationId xmlns:a16="http://schemas.microsoft.com/office/drawing/2014/main" id="{BF1417DC-67D7-47D7-BF35-25F0B5D6720D}"/>
              </a:ext>
            </a:extLst>
          </p:cNvPr>
          <p:cNvSpPr>
            <a:spLocks noChangeArrowheads="1"/>
          </p:cNvSpPr>
          <p:nvPr/>
        </p:nvSpPr>
        <p:spPr bwMode="auto">
          <a:xfrm>
            <a:off x="7434077" y="3041222"/>
            <a:ext cx="324394" cy="324394"/>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000" b="1">
              <a:solidFill>
                <a:schemeClr val="bg1"/>
              </a:solidFill>
              <a:latin typeface="+mj-ea"/>
              <a:ea typeface="+mj-ea"/>
            </a:endParaRPr>
          </a:p>
        </p:txBody>
      </p:sp>
      <p:sp>
        <p:nvSpPr>
          <p:cNvPr id="65" name="Oval 4">
            <a:extLst>
              <a:ext uri="{FF2B5EF4-FFF2-40B4-BE49-F238E27FC236}">
                <a16:creationId xmlns:a16="http://schemas.microsoft.com/office/drawing/2014/main" id="{6117E4B5-2E22-48B5-9FF8-F6363A09EE6A}"/>
              </a:ext>
            </a:extLst>
          </p:cNvPr>
          <p:cNvSpPr>
            <a:spLocks noChangeArrowheads="1"/>
          </p:cNvSpPr>
          <p:nvPr/>
        </p:nvSpPr>
        <p:spPr bwMode="auto">
          <a:xfrm>
            <a:off x="7348924" y="2943905"/>
            <a:ext cx="514976" cy="483888"/>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000" b="1">
                <a:solidFill>
                  <a:schemeClr val="bg1"/>
                </a:solidFill>
                <a:latin typeface="+mj-ea"/>
                <a:ea typeface="+mj-ea"/>
              </a:rPr>
              <a:t>1</a:t>
            </a:r>
          </a:p>
        </p:txBody>
      </p:sp>
      <p:grpSp>
        <p:nvGrpSpPr>
          <p:cNvPr id="66" name="Group 5">
            <a:extLst>
              <a:ext uri="{FF2B5EF4-FFF2-40B4-BE49-F238E27FC236}">
                <a16:creationId xmlns:a16="http://schemas.microsoft.com/office/drawing/2014/main" id="{D24D96B5-79F3-4A65-A8B2-E12C7B6B439B}"/>
              </a:ext>
            </a:extLst>
          </p:cNvPr>
          <p:cNvGrpSpPr>
            <a:grpSpLocks/>
          </p:cNvGrpSpPr>
          <p:nvPr/>
        </p:nvGrpSpPr>
        <p:grpSpPr bwMode="auto">
          <a:xfrm>
            <a:off x="6510907" y="2814146"/>
            <a:ext cx="801525" cy="367647"/>
            <a:chOff x="1244" y="2296"/>
            <a:chExt cx="593" cy="272"/>
          </a:xfrm>
        </p:grpSpPr>
        <p:sp>
          <p:nvSpPr>
            <p:cNvPr id="67" name="Line 6">
              <a:extLst>
                <a:ext uri="{FF2B5EF4-FFF2-40B4-BE49-F238E27FC236}">
                  <a16:creationId xmlns:a16="http://schemas.microsoft.com/office/drawing/2014/main" id="{E5821CA1-11C8-48D8-A021-D5FBD89228E7}"/>
                </a:ext>
              </a:extLst>
            </p:cNvPr>
            <p:cNvSpPr>
              <a:spLocks noChangeShapeType="1"/>
            </p:cNvSpPr>
            <p:nvPr/>
          </p:nvSpPr>
          <p:spPr bwMode="auto">
            <a:xfrm>
              <a:off x="1244" y="2568"/>
              <a:ext cx="593"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b="1">
                <a:solidFill>
                  <a:schemeClr val="bg1"/>
                </a:solidFill>
                <a:latin typeface="+mj-ea"/>
                <a:ea typeface="+mj-ea"/>
              </a:endParaRPr>
            </a:p>
          </p:txBody>
        </p:sp>
        <p:sp>
          <p:nvSpPr>
            <p:cNvPr id="68" name="Text Box 7">
              <a:extLst>
                <a:ext uri="{FF2B5EF4-FFF2-40B4-BE49-F238E27FC236}">
                  <a16:creationId xmlns:a16="http://schemas.microsoft.com/office/drawing/2014/main" id="{39A09D3E-71F1-4B30-9C4C-72894F43BE19}"/>
                </a:ext>
              </a:extLst>
            </p:cNvPr>
            <p:cNvSpPr txBox="1">
              <a:spLocks noChangeArrowheads="1"/>
            </p:cNvSpPr>
            <p:nvPr/>
          </p:nvSpPr>
          <p:spPr bwMode="auto">
            <a:xfrm>
              <a:off x="1432" y="2296"/>
              <a:ext cx="213" cy="25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S</a:t>
              </a:r>
            </a:p>
          </p:txBody>
        </p:sp>
      </p:grpSp>
      <p:sp>
        <p:nvSpPr>
          <p:cNvPr id="69" name="Oval 9">
            <a:extLst>
              <a:ext uri="{FF2B5EF4-FFF2-40B4-BE49-F238E27FC236}">
                <a16:creationId xmlns:a16="http://schemas.microsoft.com/office/drawing/2014/main" id="{D088F00B-782D-4D1D-BA2E-24BE1E104AA3}"/>
              </a:ext>
            </a:extLst>
          </p:cNvPr>
          <p:cNvSpPr>
            <a:spLocks noChangeArrowheads="1"/>
          </p:cNvSpPr>
          <p:nvPr/>
        </p:nvSpPr>
        <p:spPr bwMode="auto">
          <a:xfrm>
            <a:off x="8538368" y="2016679"/>
            <a:ext cx="490646" cy="481184"/>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000" b="1">
                <a:solidFill>
                  <a:schemeClr val="bg1"/>
                </a:solidFill>
                <a:latin typeface="+mj-ea"/>
                <a:ea typeface="+mj-ea"/>
              </a:rPr>
              <a:t>2</a:t>
            </a:r>
          </a:p>
        </p:txBody>
      </p:sp>
      <p:sp>
        <p:nvSpPr>
          <p:cNvPr id="70" name="Oval 10">
            <a:extLst>
              <a:ext uri="{FF2B5EF4-FFF2-40B4-BE49-F238E27FC236}">
                <a16:creationId xmlns:a16="http://schemas.microsoft.com/office/drawing/2014/main" id="{6E2AA10B-4B6C-44CB-AEE4-8D7ACB32FD81}"/>
              </a:ext>
            </a:extLst>
          </p:cNvPr>
          <p:cNvSpPr>
            <a:spLocks noChangeArrowheads="1"/>
          </p:cNvSpPr>
          <p:nvPr/>
        </p:nvSpPr>
        <p:spPr bwMode="auto">
          <a:xfrm>
            <a:off x="10990245" y="2937146"/>
            <a:ext cx="490646" cy="481184"/>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000" b="1">
                <a:solidFill>
                  <a:schemeClr val="bg1"/>
                </a:solidFill>
                <a:latin typeface="+mj-ea"/>
                <a:ea typeface="+mj-ea"/>
              </a:rPr>
              <a:t>4</a:t>
            </a:r>
          </a:p>
        </p:txBody>
      </p:sp>
      <p:sp>
        <p:nvSpPr>
          <p:cNvPr id="71" name="Oval 11">
            <a:extLst>
              <a:ext uri="{FF2B5EF4-FFF2-40B4-BE49-F238E27FC236}">
                <a16:creationId xmlns:a16="http://schemas.microsoft.com/office/drawing/2014/main" id="{040AA846-D91B-49AE-906B-466635EF6296}"/>
              </a:ext>
            </a:extLst>
          </p:cNvPr>
          <p:cNvSpPr>
            <a:spLocks noChangeArrowheads="1"/>
          </p:cNvSpPr>
          <p:nvPr/>
        </p:nvSpPr>
        <p:spPr bwMode="auto">
          <a:xfrm>
            <a:off x="8538368" y="3865724"/>
            <a:ext cx="490646" cy="481184"/>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000" b="1">
                <a:solidFill>
                  <a:schemeClr val="bg1"/>
                </a:solidFill>
                <a:latin typeface="+mj-ea"/>
                <a:ea typeface="+mj-ea"/>
              </a:rPr>
              <a:t>3</a:t>
            </a:r>
          </a:p>
        </p:txBody>
      </p:sp>
      <p:sp>
        <p:nvSpPr>
          <p:cNvPr id="72" name="Oval 12">
            <a:extLst>
              <a:ext uri="{FF2B5EF4-FFF2-40B4-BE49-F238E27FC236}">
                <a16:creationId xmlns:a16="http://schemas.microsoft.com/office/drawing/2014/main" id="{EA0CDDA7-F914-4054-AB3C-852C63924682}"/>
              </a:ext>
            </a:extLst>
          </p:cNvPr>
          <p:cNvSpPr>
            <a:spLocks noChangeArrowheads="1"/>
          </p:cNvSpPr>
          <p:nvPr/>
        </p:nvSpPr>
        <p:spPr bwMode="auto">
          <a:xfrm>
            <a:off x="9887306" y="3865724"/>
            <a:ext cx="490646" cy="481184"/>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000" b="1">
                <a:solidFill>
                  <a:schemeClr val="bg1"/>
                </a:solidFill>
                <a:latin typeface="+mj-ea"/>
                <a:ea typeface="+mj-ea"/>
              </a:rPr>
              <a:t>6</a:t>
            </a:r>
          </a:p>
        </p:txBody>
      </p:sp>
      <p:grpSp>
        <p:nvGrpSpPr>
          <p:cNvPr id="73" name="Group 13">
            <a:extLst>
              <a:ext uri="{FF2B5EF4-FFF2-40B4-BE49-F238E27FC236}">
                <a16:creationId xmlns:a16="http://schemas.microsoft.com/office/drawing/2014/main" id="{E91F7805-0C4E-4A14-9ACF-09EC38BE62D5}"/>
              </a:ext>
            </a:extLst>
          </p:cNvPr>
          <p:cNvGrpSpPr>
            <a:grpSpLocks/>
          </p:cNvGrpSpPr>
          <p:nvPr/>
        </p:nvGrpSpPr>
        <p:grpSpPr bwMode="auto">
          <a:xfrm>
            <a:off x="9053344" y="4040086"/>
            <a:ext cx="796117" cy="340613"/>
            <a:chOff x="3125" y="3203"/>
            <a:chExt cx="589" cy="252"/>
          </a:xfrm>
        </p:grpSpPr>
        <p:sp>
          <p:nvSpPr>
            <p:cNvPr id="74" name="Line 14">
              <a:extLst>
                <a:ext uri="{FF2B5EF4-FFF2-40B4-BE49-F238E27FC236}">
                  <a16:creationId xmlns:a16="http://schemas.microsoft.com/office/drawing/2014/main" id="{07B2E1B6-DC4C-4D54-A37F-54F54D57498D}"/>
                </a:ext>
              </a:extLst>
            </p:cNvPr>
            <p:cNvSpPr>
              <a:spLocks noChangeShapeType="1"/>
            </p:cNvSpPr>
            <p:nvPr/>
          </p:nvSpPr>
          <p:spPr bwMode="auto">
            <a:xfrm>
              <a:off x="3125" y="3249"/>
              <a:ext cx="589"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sp>
          <p:nvSpPr>
            <p:cNvPr id="75" name="Text Box 15">
              <a:extLst>
                <a:ext uri="{FF2B5EF4-FFF2-40B4-BE49-F238E27FC236}">
                  <a16:creationId xmlns:a16="http://schemas.microsoft.com/office/drawing/2014/main" id="{B64C7512-009D-4A0C-9E62-58528D28EECC}"/>
                </a:ext>
              </a:extLst>
            </p:cNvPr>
            <p:cNvSpPr txBox="1">
              <a:spLocks noChangeArrowheads="1"/>
            </p:cNvSpPr>
            <p:nvPr/>
          </p:nvSpPr>
          <p:spPr bwMode="auto">
            <a:xfrm>
              <a:off x="3288" y="3203"/>
              <a:ext cx="226" cy="25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B</a:t>
              </a:r>
            </a:p>
          </p:txBody>
        </p:sp>
      </p:grpSp>
      <p:sp>
        <p:nvSpPr>
          <p:cNvPr id="76" name="Oval 16">
            <a:extLst>
              <a:ext uri="{FF2B5EF4-FFF2-40B4-BE49-F238E27FC236}">
                <a16:creationId xmlns:a16="http://schemas.microsoft.com/office/drawing/2014/main" id="{95768157-624F-4BA8-8A1C-F6B2CBA862A4}"/>
              </a:ext>
            </a:extLst>
          </p:cNvPr>
          <p:cNvSpPr>
            <a:spLocks noChangeArrowheads="1"/>
          </p:cNvSpPr>
          <p:nvPr/>
        </p:nvSpPr>
        <p:spPr bwMode="auto">
          <a:xfrm>
            <a:off x="11069991" y="3033112"/>
            <a:ext cx="324394" cy="324394"/>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000" b="1">
              <a:solidFill>
                <a:schemeClr val="bg1"/>
              </a:solidFill>
              <a:latin typeface="+mj-ea"/>
              <a:ea typeface="+mj-ea"/>
            </a:endParaRPr>
          </a:p>
        </p:txBody>
      </p:sp>
      <p:sp>
        <p:nvSpPr>
          <p:cNvPr id="77" name="Oval 17">
            <a:extLst>
              <a:ext uri="{FF2B5EF4-FFF2-40B4-BE49-F238E27FC236}">
                <a16:creationId xmlns:a16="http://schemas.microsoft.com/office/drawing/2014/main" id="{BFFC1D3A-CD44-44F0-97C0-CA9FB5974518}"/>
              </a:ext>
            </a:extLst>
          </p:cNvPr>
          <p:cNvSpPr>
            <a:spLocks noChangeArrowheads="1"/>
          </p:cNvSpPr>
          <p:nvPr/>
        </p:nvSpPr>
        <p:spPr bwMode="auto">
          <a:xfrm>
            <a:off x="9965701" y="3960338"/>
            <a:ext cx="324394" cy="324394"/>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000" b="1">
              <a:solidFill>
                <a:schemeClr val="bg1"/>
              </a:solidFill>
              <a:latin typeface="+mj-ea"/>
              <a:ea typeface="+mj-ea"/>
            </a:endParaRPr>
          </a:p>
        </p:txBody>
      </p:sp>
      <p:grpSp>
        <p:nvGrpSpPr>
          <p:cNvPr id="78" name="Group 19">
            <a:extLst>
              <a:ext uri="{FF2B5EF4-FFF2-40B4-BE49-F238E27FC236}">
                <a16:creationId xmlns:a16="http://schemas.microsoft.com/office/drawing/2014/main" id="{7F8821D6-490E-4CE1-90CC-27CF46870218}"/>
              </a:ext>
            </a:extLst>
          </p:cNvPr>
          <p:cNvGrpSpPr>
            <a:grpSpLocks/>
          </p:cNvGrpSpPr>
          <p:nvPr/>
        </p:nvGrpSpPr>
        <p:grpSpPr bwMode="auto">
          <a:xfrm>
            <a:off x="6270315" y="2200502"/>
            <a:ext cx="2268054" cy="736645"/>
            <a:chOff x="1066" y="1842"/>
            <a:chExt cx="1678" cy="545"/>
          </a:xfrm>
        </p:grpSpPr>
        <p:sp>
          <p:nvSpPr>
            <p:cNvPr id="79" name="Text Box 20">
              <a:extLst>
                <a:ext uri="{FF2B5EF4-FFF2-40B4-BE49-F238E27FC236}">
                  <a16:creationId xmlns:a16="http://schemas.microsoft.com/office/drawing/2014/main" id="{4B56E3A4-E8E0-43CE-8A06-A279DE8F726D}"/>
                </a:ext>
              </a:extLst>
            </p:cNvPr>
            <p:cNvSpPr txBox="1">
              <a:spLocks noChangeArrowheads="1"/>
            </p:cNvSpPr>
            <p:nvPr/>
          </p:nvSpPr>
          <p:spPr bwMode="auto">
            <a:xfrm>
              <a:off x="1882" y="1842"/>
              <a:ext cx="226" cy="25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B</a:t>
              </a:r>
            </a:p>
          </p:txBody>
        </p:sp>
        <p:sp>
          <p:nvSpPr>
            <p:cNvPr id="80" name="Line 21">
              <a:extLst>
                <a:ext uri="{FF2B5EF4-FFF2-40B4-BE49-F238E27FC236}">
                  <a16:creationId xmlns:a16="http://schemas.microsoft.com/office/drawing/2014/main" id="{EF24AD6F-B6E6-4775-92A6-65093895F2B1}"/>
                </a:ext>
              </a:extLst>
            </p:cNvPr>
            <p:cNvSpPr>
              <a:spLocks noChangeShapeType="1"/>
            </p:cNvSpPr>
            <p:nvPr/>
          </p:nvSpPr>
          <p:spPr bwMode="auto">
            <a:xfrm flipV="1">
              <a:off x="1066" y="1888"/>
              <a:ext cx="1678" cy="499"/>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grpSp>
      <p:grpSp>
        <p:nvGrpSpPr>
          <p:cNvPr id="81" name="Group 22">
            <a:extLst>
              <a:ext uri="{FF2B5EF4-FFF2-40B4-BE49-F238E27FC236}">
                <a16:creationId xmlns:a16="http://schemas.microsoft.com/office/drawing/2014/main" id="{E87E0C31-52DC-4ADE-8EB4-F6011C21DD64}"/>
              </a:ext>
            </a:extLst>
          </p:cNvPr>
          <p:cNvGrpSpPr>
            <a:grpSpLocks/>
          </p:cNvGrpSpPr>
          <p:nvPr/>
        </p:nvGrpSpPr>
        <p:grpSpPr bwMode="auto">
          <a:xfrm>
            <a:off x="9029015" y="2262677"/>
            <a:ext cx="2023407" cy="735293"/>
            <a:chOff x="3107" y="1888"/>
            <a:chExt cx="1497" cy="544"/>
          </a:xfrm>
        </p:grpSpPr>
        <p:sp>
          <p:nvSpPr>
            <p:cNvPr id="82" name="Text Box 23">
              <a:extLst>
                <a:ext uri="{FF2B5EF4-FFF2-40B4-BE49-F238E27FC236}">
                  <a16:creationId xmlns:a16="http://schemas.microsoft.com/office/drawing/2014/main" id="{EAAE1D63-F8C6-494A-9947-F354E051809E}"/>
                </a:ext>
              </a:extLst>
            </p:cNvPr>
            <p:cNvSpPr txBox="1">
              <a:spLocks noChangeArrowheads="1"/>
            </p:cNvSpPr>
            <p:nvPr/>
          </p:nvSpPr>
          <p:spPr bwMode="auto">
            <a:xfrm>
              <a:off x="3791" y="1917"/>
              <a:ext cx="224" cy="25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b</a:t>
              </a:r>
            </a:p>
          </p:txBody>
        </p:sp>
        <p:sp>
          <p:nvSpPr>
            <p:cNvPr id="83" name="Line 24">
              <a:extLst>
                <a:ext uri="{FF2B5EF4-FFF2-40B4-BE49-F238E27FC236}">
                  <a16:creationId xmlns:a16="http://schemas.microsoft.com/office/drawing/2014/main" id="{EBE6BFD0-532E-49E9-A57C-CC69E23571AE}"/>
                </a:ext>
              </a:extLst>
            </p:cNvPr>
            <p:cNvSpPr>
              <a:spLocks noChangeShapeType="1"/>
            </p:cNvSpPr>
            <p:nvPr/>
          </p:nvSpPr>
          <p:spPr bwMode="auto">
            <a:xfrm>
              <a:off x="3107" y="1888"/>
              <a:ext cx="1497" cy="544"/>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grpSp>
      <p:sp>
        <p:nvSpPr>
          <p:cNvPr id="84" name="Oval 25">
            <a:extLst>
              <a:ext uri="{FF2B5EF4-FFF2-40B4-BE49-F238E27FC236}">
                <a16:creationId xmlns:a16="http://schemas.microsoft.com/office/drawing/2014/main" id="{5CE03E41-80DC-468B-96FA-777415FDE346}"/>
              </a:ext>
            </a:extLst>
          </p:cNvPr>
          <p:cNvSpPr>
            <a:spLocks noChangeArrowheads="1"/>
          </p:cNvSpPr>
          <p:nvPr/>
        </p:nvSpPr>
        <p:spPr bwMode="auto">
          <a:xfrm>
            <a:off x="10131953" y="1220562"/>
            <a:ext cx="490645" cy="481184"/>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000" b="1">
                <a:solidFill>
                  <a:schemeClr val="bg1"/>
                </a:solidFill>
                <a:latin typeface="+mj-ea"/>
                <a:ea typeface="+mj-ea"/>
              </a:rPr>
              <a:t>5</a:t>
            </a:r>
          </a:p>
        </p:txBody>
      </p:sp>
      <p:sp>
        <p:nvSpPr>
          <p:cNvPr id="85" name="Oval 26">
            <a:extLst>
              <a:ext uri="{FF2B5EF4-FFF2-40B4-BE49-F238E27FC236}">
                <a16:creationId xmlns:a16="http://schemas.microsoft.com/office/drawing/2014/main" id="{27AD35F4-D416-4D1F-B551-F820028F42B6}"/>
              </a:ext>
            </a:extLst>
          </p:cNvPr>
          <p:cNvSpPr>
            <a:spLocks noChangeArrowheads="1"/>
          </p:cNvSpPr>
          <p:nvPr/>
        </p:nvSpPr>
        <p:spPr bwMode="auto">
          <a:xfrm>
            <a:off x="10211699" y="1316528"/>
            <a:ext cx="324394" cy="324394"/>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000" b="1">
              <a:solidFill>
                <a:schemeClr val="bg1"/>
              </a:solidFill>
              <a:latin typeface="+mj-ea"/>
              <a:ea typeface="+mj-ea"/>
            </a:endParaRPr>
          </a:p>
        </p:txBody>
      </p:sp>
      <p:grpSp>
        <p:nvGrpSpPr>
          <p:cNvPr id="86" name="Group 27">
            <a:extLst>
              <a:ext uri="{FF2B5EF4-FFF2-40B4-BE49-F238E27FC236}">
                <a16:creationId xmlns:a16="http://schemas.microsoft.com/office/drawing/2014/main" id="{D72D951A-832F-4D29-BFC9-C5AF5C62C67B}"/>
              </a:ext>
            </a:extLst>
          </p:cNvPr>
          <p:cNvGrpSpPr>
            <a:grpSpLocks/>
          </p:cNvGrpSpPr>
          <p:nvPr/>
        </p:nvGrpSpPr>
        <p:grpSpPr bwMode="auto">
          <a:xfrm>
            <a:off x="9029014" y="1527384"/>
            <a:ext cx="1102940" cy="612294"/>
            <a:chOff x="3107" y="1344"/>
            <a:chExt cx="816" cy="453"/>
          </a:xfrm>
        </p:grpSpPr>
        <p:sp>
          <p:nvSpPr>
            <p:cNvPr id="87" name="Line 28">
              <a:extLst>
                <a:ext uri="{FF2B5EF4-FFF2-40B4-BE49-F238E27FC236}">
                  <a16:creationId xmlns:a16="http://schemas.microsoft.com/office/drawing/2014/main" id="{1F8468D1-923B-46F4-8855-502CAB7730F4}"/>
                </a:ext>
              </a:extLst>
            </p:cNvPr>
            <p:cNvSpPr>
              <a:spLocks noChangeShapeType="1"/>
            </p:cNvSpPr>
            <p:nvPr/>
          </p:nvSpPr>
          <p:spPr bwMode="auto">
            <a:xfrm flipV="1">
              <a:off x="3107" y="1389"/>
              <a:ext cx="816" cy="408"/>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sp>
          <p:nvSpPr>
            <p:cNvPr id="88" name="Text Box 29">
              <a:extLst>
                <a:ext uri="{FF2B5EF4-FFF2-40B4-BE49-F238E27FC236}">
                  <a16:creationId xmlns:a16="http://schemas.microsoft.com/office/drawing/2014/main" id="{E6A5CE9D-4F0E-49D9-B508-C966B09BA8BE}"/>
                </a:ext>
              </a:extLst>
            </p:cNvPr>
            <p:cNvSpPr txBox="1">
              <a:spLocks noChangeArrowheads="1"/>
            </p:cNvSpPr>
            <p:nvPr/>
          </p:nvSpPr>
          <p:spPr bwMode="auto">
            <a:xfrm>
              <a:off x="3334" y="1344"/>
              <a:ext cx="226" cy="25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B</a:t>
              </a:r>
            </a:p>
          </p:txBody>
        </p:sp>
      </p:grpSp>
      <p:grpSp>
        <p:nvGrpSpPr>
          <p:cNvPr id="89" name="Group 30">
            <a:extLst>
              <a:ext uri="{FF2B5EF4-FFF2-40B4-BE49-F238E27FC236}">
                <a16:creationId xmlns:a16="http://schemas.microsoft.com/office/drawing/2014/main" id="{32BF2FB5-75D5-42D3-B3D4-28649696D754}"/>
              </a:ext>
            </a:extLst>
          </p:cNvPr>
          <p:cNvGrpSpPr>
            <a:grpSpLocks/>
          </p:cNvGrpSpPr>
          <p:nvPr/>
        </p:nvGrpSpPr>
        <p:grpSpPr bwMode="auto">
          <a:xfrm>
            <a:off x="6454138" y="3304792"/>
            <a:ext cx="2084230" cy="735293"/>
            <a:chOff x="1202" y="2659"/>
            <a:chExt cx="1542" cy="544"/>
          </a:xfrm>
        </p:grpSpPr>
        <p:sp>
          <p:nvSpPr>
            <p:cNvPr id="90" name="Line 31">
              <a:extLst>
                <a:ext uri="{FF2B5EF4-FFF2-40B4-BE49-F238E27FC236}">
                  <a16:creationId xmlns:a16="http://schemas.microsoft.com/office/drawing/2014/main" id="{4634AE4A-7F9D-4CF1-92E6-79889B77C5FE}"/>
                </a:ext>
              </a:extLst>
            </p:cNvPr>
            <p:cNvSpPr>
              <a:spLocks noChangeShapeType="1"/>
            </p:cNvSpPr>
            <p:nvPr/>
          </p:nvSpPr>
          <p:spPr bwMode="auto">
            <a:xfrm>
              <a:off x="1202" y="2659"/>
              <a:ext cx="1542" cy="544"/>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sp>
          <p:nvSpPr>
            <p:cNvPr id="91" name="Text Box 32">
              <a:extLst>
                <a:ext uri="{FF2B5EF4-FFF2-40B4-BE49-F238E27FC236}">
                  <a16:creationId xmlns:a16="http://schemas.microsoft.com/office/drawing/2014/main" id="{2AA1F994-303C-400D-97A0-A5AE302A6C87}"/>
                </a:ext>
              </a:extLst>
            </p:cNvPr>
            <p:cNvSpPr txBox="1">
              <a:spLocks noChangeArrowheads="1"/>
            </p:cNvSpPr>
            <p:nvPr/>
          </p:nvSpPr>
          <p:spPr bwMode="auto">
            <a:xfrm>
              <a:off x="1474" y="2750"/>
              <a:ext cx="209" cy="25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a</a:t>
              </a:r>
            </a:p>
          </p:txBody>
        </p:sp>
      </p:grpSp>
      <p:grpSp>
        <p:nvGrpSpPr>
          <p:cNvPr id="92" name="Group 33">
            <a:extLst>
              <a:ext uri="{FF2B5EF4-FFF2-40B4-BE49-F238E27FC236}">
                <a16:creationId xmlns:a16="http://schemas.microsoft.com/office/drawing/2014/main" id="{9D8B4472-B300-4B57-8C47-A55391325F60}"/>
              </a:ext>
            </a:extLst>
          </p:cNvPr>
          <p:cNvGrpSpPr>
            <a:grpSpLocks/>
          </p:cNvGrpSpPr>
          <p:nvPr/>
        </p:nvGrpSpPr>
        <p:grpSpPr bwMode="auto">
          <a:xfrm>
            <a:off x="9029014" y="3304792"/>
            <a:ext cx="1961231" cy="674469"/>
            <a:chOff x="3107" y="2659"/>
            <a:chExt cx="1451" cy="499"/>
          </a:xfrm>
        </p:grpSpPr>
        <p:sp>
          <p:nvSpPr>
            <p:cNvPr id="93" name="Line 34">
              <a:extLst>
                <a:ext uri="{FF2B5EF4-FFF2-40B4-BE49-F238E27FC236}">
                  <a16:creationId xmlns:a16="http://schemas.microsoft.com/office/drawing/2014/main" id="{38F80DF6-615E-4999-9B19-351F0B3E8EEE}"/>
                </a:ext>
              </a:extLst>
            </p:cNvPr>
            <p:cNvSpPr>
              <a:spLocks noChangeShapeType="1"/>
            </p:cNvSpPr>
            <p:nvPr/>
          </p:nvSpPr>
          <p:spPr bwMode="auto">
            <a:xfrm flipV="1">
              <a:off x="3107" y="2659"/>
              <a:ext cx="1451" cy="499"/>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sp>
          <p:nvSpPr>
            <p:cNvPr id="94" name="Text Box 35">
              <a:extLst>
                <a:ext uri="{FF2B5EF4-FFF2-40B4-BE49-F238E27FC236}">
                  <a16:creationId xmlns:a16="http://schemas.microsoft.com/office/drawing/2014/main" id="{C3378227-E182-43BC-B335-B8ABB1E2C72F}"/>
                </a:ext>
              </a:extLst>
            </p:cNvPr>
            <p:cNvSpPr txBox="1">
              <a:spLocks noChangeArrowheads="1"/>
            </p:cNvSpPr>
            <p:nvPr/>
          </p:nvSpPr>
          <p:spPr bwMode="auto">
            <a:xfrm>
              <a:off x="3651" y="2659"/>
              <a:ext cx="224" cy="25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b</a:t>
              </a:r>
            </a:p>
          </p:txBody>
        </p:sp>
      </p:grpSp>
      <p:grpSp>
        <p:nvGrpSpPr>
          <p:cNvPr id="95" name="Group 36">
            <a:extLst>
              <a:ext uri="{FF2B5EF4-FFF2-40B4-BE49-F238E27FC236}">
                <a16:creationId xmlns:a16="http://schemas.microsoft.com/office/drawing/2014/main" id="{D0A33046-0B61-4CBB-91AB-3CD0F1FB2902}"/>
              </a:ext>
            </a:extLst>
          </p:cNvPr>
          <p:cNvGrpSpPr>
            <a:grpSpLocks/>
          </p:cNvGrpSpPr>
          <p:nvPr/>
        </p:nvGrpSpPr>
        <p:grpSpPr bwMode="auto">
          <a:xfrm>
            <a:off x="8783021" y="2507325"/>
            <a:ext cx="282493" cy="1348938"/>
            <a:chOff x="2925" y="2069"/>
            <a:chExt cx="209" cy="998"/>
          </a:xfrm>
        </p:grpSpPr>
        <p:sp>
          <p:nvSpPr>
            <p:cNvPr id="96" name="Line 37">
              <a:extLst>
                <a:ext uri="{FF2B5EF4-FFF2-40B4-BE49-F238E27FC236}">
                  <a16:creationId xmlns:a16="http://schemas.microsoft.com/office/drawing/2014/main" id="{B7252CDC-E7BC-4920-9361-7D01CCB94B14}"/>
                </a:ext>
              </a:extLst>
            </p:cNvPr>
            <p:cNvSpPr>
              <a:spLocks noChangeShapeType="1"/>
            </p:cNvSpPr>
            <p:nvPr/>
          </p:nvSpPr>
          <p:spPr bwMode="auto">
            <a:xfrm>
              <a:off x="2925" y="2069"/>
              <a:ext cx="0" cy="998"/>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sp>
          <p:nvSpPr>
            <p:cNvPr id="97" name="Text Box 38">
              <a:extLst>
                <a:ext uri="{FF2B5EF4-FFF2-40B4-BE49-F238E27FC236}">
                  <a16:creationId xmlns:a16="http://schemas.microsoft.com/office/drawing/2014/main" id="{DC73DD2B-6152-4896-B233-31421D90B994}"/>
                </a:ext>
              </a:extLst>
            </p:cNvPr>
            <p:cNvSpPr txBox="1">
              <a:spLocks noChangeArrowheads="1"/>
            </p:cNvSpPr>
            <p:nvPr/>
          </p:nvSpPr>
          <p:spPr bwMode="auto">
            <a:xfrm>
              <a:off x="2925" y="2387"/>
              <a:ext cx="209" cy="25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a</a:t>
              </a:r>
            </a:p>
          </p:txBody>
        </p:sp>
      </p:grpSp>
      <p:grpSp>
        <p:nvGrpSpPr>
          <p:cNvPr id="98" name="Group 39">
            <a:extLst>
              <a:ext uri="{FF2B5EF4-FFF2-40B4-BE49-F238E27FC236}">
                <a16:creationId xmlns:a16="http://schemas.microsoft.com/office/drawing/2014/main" id="{062C3DC8-4579-4522-A506-26E467CF91F8}"/>
              </a:ext>
            </a:extLst>
          </p:cNvPr>
          <p:cNvGrpSpPr>
            <a:grpSpLocks/>
          </p:cNvGrpSpPr>
          <p:nvPr/>
        </p:nvGrpSpPr>
        <p:grpSpPr bwMode="auto">
          <a:xfrm>
            <a:off x="6319244" y="3426442"/>
            <a:ext cx="4868337" cy="1859952"/>
            <a:chOff x="1102" y="2749"/>
            <a:chExt cx="3593" cy="1369"/>
          </a:xfrm>
        </p:grpSpPr>
        <p:sp>
          <p:nvSpPr>
            <p:cNvPr id="99" name="Line 40">
              <a:extLst>
                <a:ext uri="{FF2B5EF4-FFF2-40B4-BE49-F238E27FC236}">
                  <a16:creationId xmlns:a16="http://schemas.microsoft.com/office/drawing/2014/main" id="{C4D2163C-8EE1-46C9-840F-EA4533AF69B6}"/>
                </a:ext>
              </a:extLst>
            </p:cNvPr>
            <p:cNvSpPr>
              <a:spLocks noChangeShapeType="1"/>
            </p:cNvSpPr>
            <p:nvPr/>
          </p:nvSpPr>
          <p:spPr bwMode="auto">
            <a:xfrm flipV="1">
              <a:off x="4649" y="2749"/>
              <a:ext cx="46" cy="91"/>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grpSp>
          <p:nvGrpSpPr>
            <p:cNvPr id="100" name="Group 41">
              <a:extLst>
                <a:ext uri="{FF2B5EF4-FFF2-40B4-BE49-F238E27FC236}">
                  <a16:creationId xmlns:a16="http://schemas.microsoft.com/office/drawing/2014/main" id="{ED1855DD-8DA5-4CC8-AAE7-5DBB5DE4A00B}"/>
                </a:ext>
              </a:extLst>
            </p:cNvPr>
            <p:cNvGrpSpPr>
              <a:grpSpLocks/>
            </p:cNvGrpSpPr>
            <p:nvPr/>
          </p:nvGrpSpPr>
          <p:grpSpPr bwMode="auto">
            <a:xfrm>
              <a:off x="1102" y="2750"/>
              <a:ext cx="3547" cy="1368"/>
              <a:chOff x="1102" y="2750"/>
              <a:chExt cx="3547" cy="1368"/>
            </a:xfrm>
          </p:grpSpPr>
          <p:sp>
            <p:nvSpPr>
              <p:cNvPr id="101" name="Text Box 42">
                <a:extLst>
                  <a:ext uri="{FF2B5EF4-FFF2-40B4-BE49-F238E27FC236}">
                    <a16:creationId xmlns:a16="http://schemas.microsoft.com/office/drawing/2014/main" id="{5BF90237-E0ED-4A1F-979C-E2057ED2DB1A}"/>
                  </a:ext>
                </a:extLst>
              </p:cNvPr>
              <p:cNvSpPr txBox="1">
                <a:spLocks noChangeArrowheads="1"/>
              </p:cNvSpPr>
              <p:nvPr/>
            </p:nvSpPr>
            <p:spPr bwMode="auto">
              <a:xfrm>
                <a:off x="1380" y="3072"/>
                <a:ext cx="224" cy="25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b</a:t>
                </a:r>
              </a:p>
            </p:txBody>
          </p:sp>
          <p:sp>
            <p:nvSpPr>
              <p:cNvPr id="102" name="Freeform 43">
                <a:extLst>
                  <a:ext uri="{FF2B5EF4-FFF2-40B4-BE49-F238E27FC236}">
                    <a16:creationId xmlns:a16="http://schemas.microsoft.com/office/drawing/2014/main" id="{6868EBF6-41FD-461E-9E87-33A8D1CB9561}"/>
                  </a:ext>
                </a:extLst>
              </p:cNvPr>
              <p:cNvSpPr>
                <a:spLocks/>
              </p:cNvSpPr>
              <p:nvPr/>
            </p:nvSpPr>
            <p:spPr bwMode="auto">
              <a:xfrm>
                <a:off x="1102" y="2750"/>
                <a:ext cx="3547" cy="1368"/>
              </a:xfrm>
              <a:custGeom>
                <a:avLst/>
                <a:gdLst>
                  <a:gd name="T0" fmla="*/ 0 w 3629"/>
                  <a:gd name="T1" fmla="*/ 0 h 1368"/>
                  <a:gd name="T2" fmla="*/ 1044 w 3629"/>
                  <a:gd name="T3" fmla="*/ 1224 h 1368"/>
                  <a:gd name="T4" fmla="*/ 2903 w 3629"/>
                  <a:gd name="T5" fmla="*/ 862 h 1368"/>
                  <a:gd name="T6" fmla="*/ 3629 w 3629"/>
                  <a:gd name="T7" fmla="*/ 90 h 13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29" h="1368">
                    <a:moveTo>
                      <a:pt x="0" y="0"/>
                    </a:moveTo>
                    <a:cubicBezTo>
                      <a:pt x="280" y="540"/>
                      <a:pt x="560" y="1080"/>
                      <a:pt x="1044" y="1224"/>
                    </a:cubicBezTo>
                    <a:cubicBezTo>
                      <a:pt x="1528" y="1368"/>
                      <a:pt x="2472" y="1051"/>
                      <a:pt x="2903" y="862"/>
                    </a:cubicBezTo>
                    <a:cubicBezTo>
                      <a:pt x="3334" y="673"/>
                      <a:pt x="3481" y="381"/>
                      <a:pt x="3629" y="90"/>
                    </a:cubicBezTo>
                  </a:path>
                </a:pathLst>
              </a:cu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grpSp>
      </p:grpSp>
      <p:grpSp>
        <p:nvGrpSpPr>
          <p:cNvPr id="103" name="Group 44">
            <a:extLst>
              <a:ext uri="{FF2B5EF4-FFF2-40B4-BE49-F238E27FC236}">
                <a16:creationId xmlns:a16="http://schemas.microsoft.com/office/drawing/2014/main" id="{33865FDC-080F-4D73-8942-2EED7D0A6ECA}"/>
              </a:ext>
            </a:extLst>
          </p:cNvPr>
          <p:cNvGrpSpPr>
            <a:grpSpLocks/>
          </p:cNvGrpSpPr>
          <p:nvPr/>
        </p:nvGrpSpPr>
        <p:grpSpPr bwMode="auto">
          <a:xfrm>
            <a:off x="8211271" y="4223910"/>
            <a:ext cx="571744" cy="510921"/>
            <a:chOff x="2502" y="3339"/>
            <a:chExt cx="423" cy="378"/>
          </a:xfrm>
        </p:grpSpPr>
        <p:sp>
          <p:nvSpPr>
            <p:cNvPr id="104" name="Line 45">
              <a:extLst>
                <a:ext uri="{FF2B5EF4-FFF2-40B4-BE49-F238E27FC236}">
                  <a16:creationId xmlns:a16="http://schemas.microsoft.com/office/drawing/2014/main" id="{304FABE0-4E85-47DC-87CB-1CD84DFDD5D3}"/>
                </a:ext>
              </a:extLst>
            </p:cNvPr>
            <p:cNvSpPr>
              <a:spLocks noChangeShapeType="1"/>
            </p:cNvSpPr>
            <p:nvPr/>
          </p:nvSpPr>
          <p:spPr bwMode="auto">
            <a:xfrm flipV="1">
              <a:off x="2925" y="3430"/>
              <a:ext cx="0" cy="45"/>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grpSp>
          <p:nvGrpSpPr>
            <p:cNvPr id="105" name="Group 46">
              <a:extLst>
                <a:ext uri="{FF2B5EF4-FFF2-40B4-BE49-F238E27FC236}">
                  <a16:creationId xmlns:a16="http://schemas.microsoft.com/office/drawing/2014/main" id="{15EBDFCA-8EB7-492E-BF20-C3D33C463E6F}"/>
                </a:ext>
              </a:extLst>
            </p:cNvPr>
            <p:cNvGrpSpPr>
              <a:grpSpLocks/>
            </p:cNvGrpSpPr>
            <p:nvPr/>
          </p:nvGrpSpPr>
          <p:grpSpPr bwMode="auto">
            <a:xfrm>
              <a:off x="2502" y="3339"/>
              <a:ext cx="423" cy="378"/>
              <a:chOff x="2502" y="3339"/>
              <a:chExt cx="423" cy="378"/>
            </a:xfrm>
          </p:grpSpPr>
          <p:sp>
            <p:nvSpPr>
              <p:cNvPr id="106" name="Freeform 47">
                <a:extLst>
                  <a:ext uri="{FF2B5EF4-FFF2-40B4-BE49-F238E27FC236}">
                    <a16:creationId xmlns:a16="http://schemas.microsoft.com/office/drawing/2014/main" id="{8F5BEFE5-5E05-4B2C-B6B7-C976850AF4C8}"/>
                  </a:ext>
                </a:extLst>
              </p:cNvPr>
              <p:cNvSpPr>
                <a:spLocks/>
              </p:cNvSpPr>
              <p:nvPr/>
            </p:nvSpPr>
            <p:spPr bwMode="auto">
              <a:xfrm>
                <a:off x="2502" y="3339"/>
                <a:ext cx="423" cy="378"/>
              </a:xfrm>
              <a:custGeom>
                <a:avLst/>
                <a:gdLst>
                  <a:gd name="T0" fmla="*/ 242 w 423"/>
                  <a:gd name="T1" fmla="*/ 0 h 378"/>
                  <a:gd name="T2" fmla="*/ 15 w 423"/>
                  <a:gd name="T3" fmla="*/ 227 h 378"/>
                  <a:gd name="T4" fmla="*/ 333 w 423"/>
                  <a:gd name="T5" fmla="*/ 363 h 378"/>
                  <a:gd name="T6" fmla="*/ 423 w 423"/>
                  <a:gd name="T7" fmla="*/ 136 h 3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23" h="378">
                    <a:moveTo>
                      <a:pt x="242" y="0"/>
                    </a:moveTo>
                    <a:cubicBezTo>
                      <a:pt x="121" y="83"/>
                      <a:pt x="0" y="167"/>
                      <a:pt x="15" y="227"/>
                    </a:cubicBezTo>
                    <a:cubicBezTo>
                      <a:pt x="30" y="287"/>
                      <a:pt x="265" y="378"/>
                      <a:pt x="333" y="363"/>
                    </a:cubicBezTo>
                    <a:cubicBezTo>
                      <a:pt x="401" y="348"/>
                      <a:pt x="412" y="242"/>
                      <a:pt x="423" y="136"/>
                    </a:cubicBezTo>
                  </a:path>
                </a:pathLst>
              </a:cu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b="1">
                  <a:solidFill>
                    <a:schemeClr val="bg1"/>
                  </a:solidFill>
                  <a:latin typeface="+mj-ea"/>
                  <a:ea typeface="+mj-ea"/>
                </a:endParaRPr>
              </a:p>
            </p:txBody>
          </p:sp>
          <p:sp>
            <p:nvSpPr>
              <p:cNvPr id="107" name="Text Box 48">
                <a:extLst>
                  <a:ext uri="{FF2B5EF4-FFF2-40B4-BE49-F238E27FC236}">
                    <a16:creationId xmlns:a16="http://schemas.microsoft.com/office/drawing/2014/main" id="{4EFECE69-9067-483A-ADE6-E42A40529A7A}"/>
                  </a:ext>
                </a:extLst>
              </p:cNvPr>
              <p:cNvSpPr txBox="1">
                <a:spLocks noChangeArrowheads="1"/>
              </p:cNvSpPr>
              <p:nvPr/>
            </p:nvSpPr>
            <p:spPr bwMode="auto">
              <a:xfrm>
                <a:off x="2623" y="3414"/>
                <a:ext cx="209" cy="25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a</a:t>
                </a:r>
              </a:p>
            </p:txBody>
          </p:sp>
        </p:grpSp>
      </p:grpSp>
      <p:sp>
        <p:nvSpPr>
          <p:cNvPr id="108" name="箭头: 右 107">
            <a:extLst>
              <a:ext uri="{FF2B5EF4-FFF2-40B4-BE49-F238E27FC236}">
                <a16:creationId xmlns:a16="http://schemas.microsoft.com/office/drawing/2014/main" id="{0E587CCF-91E6-4D59-98CB-567BE750D547}"/>
              </a:ext>
            </a:extLst>
          </p:cNvPr>
          <p:cNvSpPr/>
          <p:nvPr/>
        </p:nvSpPr>
        <p:spPr>
          <a:xfrm rot="16200000">
            <a:off x="6041227" y="3593076"/>
            <a:ext cx="355020" cy="259306"/>
          </a:xfrm>
          <a:prstGeom prst="rightArrow">
            <a:avLst/>
          </a:prstGeom>
          <a:solidFill>
            <a:srgbClr val="EE85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bg1"/>
              </a:solidFill>
              <a:latin typeface="+mj-ea"/>
              <a:ea typeface="+mj-ea"/>
            </a:endParaRPr>
          </a:p>
        </p:txBody>
      </p:sp>
      <p:sp>
        <p:nvSpPr>
          <p:cNvPr id="109" name="Text Box 120">
            <a:extLst>
              <a:ext uri="{FF2B5EF4-FFF2-40B4-BE49-F238E27FC236}">
                <a16:creationId xmlns:a16="http://schemas.microsoft.com/office/drawing/2014/main" id="{027F7237-2DA0-4D99-AB7E-26478F8E74E1}"/>
              </a:ext>
            </a:extLst>
          </p:cNvPr>
          <p:cNvSpPr txBox="1">
            <a:spLocks noChangeArrowheads="1"/>
          </p:cNvSpPr>
          <p:nvPr/>
        </p:nvSpPr>
        <p:spPr bwMode="auto">
          <a:xfrm>
            <a:off x="11448450" y="2964967"/>
            <a:ext cx="642371" cy="340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000" b="1">
                <a:solidFill>
                  <a:schemeClr val="bg1"/>
                </a:solidFill>
                <a:latin typeface="+mj-ea"/>
                <a:ea typeface="+mj-ea"/>
              </a:rPr>
              <a:t>r3</a:t>
            </a:r>
          </a:p>
        </p:txBody>
      </p:sp>
      <p:sp>
        <p:nvSpPr>
          <p:cNvPr id="110" name="Text Box 113">
            <a:extLst>
              <a:ext uri="{FF2B5EF4-FFF2-40B4-BE49-F238E27FC236}">
                <a16:creationId xmlns:a16="http://schemas.microsoft.com/office/drawing/2014/main" id="{14608942-11DB-4C0B-945E-0B760507CC95}"/>
              </a:ext>
            </a:extLst>
          </p:cNvPr>
          <p:cNvSpPr txBox="1">
            <a:spLocks noChangeArrowheads="1"/>
          </p:cNvSpPr>
          <p:nvPr/>
        </p:nvSpPr>
        <p:spPr bwMode="auto">
          <a:xfrm>
            <a:off x="10615840" y="1252248"/>
            <a:ext cx="642371" cy="340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000" b="1">
                <a:solidFill>
                  <a:schemeClr val="bg1"/>
                </a:solidFill>
                <a:latin typeface="+mj-ea"/>
                <a:ea typeface="+mj-ea"/>
              </a:rPr>
              <a:t>r1</a:t>
            </a:r>
          </a:p>
        </p:txBody>
      </p:sp>
      <p:sp>
        <p:nvSpPr>
          <p:cNvPr id="111" name="Text Box 116">
            <a:extLst>
              <a:ext uri="{FF2B5EF4-FFF2-40B4-BE49-F238E27FC236}">
                <a16:creationId xmlns:a16="http://schemas.microsoft.com/office/drawing/2014/main" id="{7068B78F-AC0A-4FE3-AF06-AC168D59A01D}"/>
              </a:ext>
            </a:extLst>
          </p:cNvPr>
          <p:cNvSpPr txBox="1">
            <a:spLocks noChangeArrowheads="1"/>
          </p:cNvSpPr>
          <p:nvPr/>
        </p:nvSpPr>
        <p:spPr bwMode="auto">
          <a:xfrm>
            <a:off x="10347874" y="3905991"/>
            <a:ext cx="642371" cy="340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000" b="1">
                <a:solidFill>
                  <a:schemeClr val="bg1"/>
                </a:solidFill>
                <a:latin typeface="+mj-ea"/>
                <a:ea typeface="+mj-ea"/>
              </a:rPr>
              <a:t>r2</a:t>
            </a:r>
          </a:p>
        </p:txBody>
      </p:sp>
      <p:sp>
        <p:nvSpPr>
          <p:cNvPr id="112" name="Text Box 113">
            <a:extLst>
              <a:ext uri="{FF2B5EF4-FFF2-40B4-BE49-F238E27FC236}">
                <a16:creationId xmlns:a16="http://schemas.microsoft.com/office/drawing/2014/main" id="{5B22F5AD-8B20-438E-B439-A2A2C82FC099}"/>
              </a:ext>
            </a:extLst>
          </p:cNvPr>
          <p:cNvSpPr txBox="1">
            <a:spLocks noChangeArrowheads="1"/>
          </p:cNvSpPr>
          <p:nvPr/>
        </p:nvSpPr>
        <p:spPr bwMode="auto">
          <a:xfrm>
            <a:off x="7843625" y="2993749"/>
            <a:ext cx="642371" cy="340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spcBef>
                <a:spcPct val="50000"/>
              </a:spcBef>
            </a:pPr>
            <a:r>
              <a:rPr lang="en-US" altLang="zh-CN" sz="2000" b="1">
                <a:solidFill>
                  <a:schemeClr val="bg1"/>
                </a:solidFill>
                <a:latin typeface="+mj-ea"/>
                <a:ea typeface="+mj-ea"/>
              </a:rPr>
              <a:t>r0</a:t>
            </a:r>
          </a:p>
        </p:txBody>
      </p:sp>
      <p:sp>
        <p:nvSpPr>
          <p:cNvPr id="116" name="Text Box 36">
            <a:extLst>
              <a:ext uri="{FF2B5EF4-FFF2-40B4-BE49-F238E27FC236}">
                <a16:creationId xmlns:a16="http://schemas.microsoft.com/office/drawing/2014/main" id="{30C8321D-8FC7-4497-BCCD-E58BE09AACCF}"/>
              </a:ext>
            </a:extLst>
          </p:cNvPr>
          <p:cNvSpPr txBox="1">
            <a:spLocks noChangeArrowheads="1"/>
          </p:cNvSpPr>
          <p:nvPr/>
        </p:nvSpPr>
        <p:spPr bwMode="auto">
          <a:xfrm>
            <a:off x="1256872" y="2648204"/>
            <a:ext cx="289154"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2</a:t>
            </a:r>
          </a:p>
        </p:txBody>
      </p:sp>
      <p:sp>
        <p:nvSpPr>
          <p:cNvPr id="117" name="Text Box 31">
            <a:extLst>
              <a:ext uri="{FF2B5EF4-FFF2-40B4-BE49-F238E27FC236}">
                <a16:creationId xmlns:a16="http://schemas.microsoft.com/office/drawing/2014/main" id="{9F9C523F-AFE3-4E1A-AE61-6CF7DD02DD09}"/>
              </a:ext>
            </a:extLst>
          </p:cNvPr>
          <p:cNvSpPr txBox="1">
            <a:spLocks noChangeArrowheads="1"/>
          </p:cNvSpPr>
          <p:nvPr/>
        </p:nvSpPr>
        <p:spPr bwMode="auto">
          <a:xfrm>
            <a:off x="2651554" y="2648204"/>
            <a:ext cx="375182"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B</a:t>
            </a:r>
            <a:r>
              <a:rPr kumimoji="1" lang="zh-CN" altLang="en-US" sz="2000" b="1">
                <a:solidFill>
                  <a:schemeClr val="bg1"/>
                </a:solidFill>
                <a:latin typeface="+mj-ea"/>
                <a:ea typeface="+mj-ea"/>
              </a:rPr>
              <a:t> </a:t>
            </a:r>
            <a:endParaRPr kumimoji="1" lang="en-US" altLang="zh-CN" sz="2000" b="1">
              <a:solidFill>
                <a:schemeClr val="bg1"/>
              </a:solidFill>
              <a:latin typeface="+mj-ea"/>
              <a:ea typeface="+mj-ea"/>
            </a:endParaRPr>
          </a:p>
        </p:txBody>
      </p:sp>
      <p:sp>
        <p:nvSpPr>
          <p:cNvPr id="118" name="Text Box 36">
            <a:extLst>
              <a:ext uri="{FF2B5EF4-FFF2-40B4-BE49-F238E27FC236}">
                <a16:creationId xmlns:a16="http://schemas.microsoft.com/office/drawing/2014/main" id="{ED4B016C-1202-42D2-8F5D-6FD6BB944191}"/>
              </a:ext>
            </a:extLst>
          </p:cNvPr>
          <p:cNvSpPr txBox="1">
            <a:spLocks noChangeArrowheads="1"/>
          </p:cNvSpPr>
          <p:nvPr/>
        </p:nvSpPr>
        <p:spPr bwMode="auto">
          <a:xfrm>
            <a:off x="1741671" y="4018421"/>
            <a:ext cx="289154"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6</a:t>
            </a:r>
          </a:p>
        </p:txBody>
      </p:sp>
      <p:sp>
        <p:nvSpPr>
          <p:cNvPr id="119" name="Text Box 36">
            <a:extLst>
              <a:ext uri="{FF2B5EF4-FFF2-40B4-BE49-F238E27FC236}">
                <a16:creationId xmlns:a16="http://schemas.microsoft.com/office/drawing/2014/main" id="{1F3A4989-1B10-4E55-8FD6-90FE5E614BB1}"/>
              </a:ext>
            </a:extLst>
          </p:cNvPr>
          <p:cNvSpPr txBox="1">
            <a:spLocks noChangeArrowheads="1"/>
          </p:cNvSpPr>
          <p:nvPr/>
        </p:nvSpPr>
        <p:spPr bwMode="auto">
          <a:xfrm>
            <a:off x="3132758" y="4038600"/>
            <a:ext cx="289154"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B</a:t>
            </a:r>
          </a:p>
        </p:txBody>
      </p:sp>
      <p:sp>
        <p:nvSpPr>
          <p:cNvPr id="8" name="矩形 7">
            <a:extLst>
              <a:ext uri="{FF2B5EF4-FFF2-40B4-BE49-F238E27FC236}">
                <a16:creationId xmlns:a16="http://schemas.microsoft.com/office/drawing/2014/main" id="{563B0E44-1C9C-4470-BCE7-8C64DB998F40}"/>
              </a:ext>
            </a:extLst>
          </p:cNvPr>
          <p:cNvSpPr/>
          <p:nvPr/>
        </p:nvSpPr>
        <p:spPr>
          <a:xfrm>
            <a:off x="1496017" y="4515121"/>
            <a:ext cx="214055" cy="405134"/>
          </a:xfrm>
          <a:prstGeom prst="rect">
            <a:avLst/>
          </a:prstGeom>
        </p:spPr>
        <p:txBody>
          <a:bodyPr wrap="square">
            <a:spAutoFit/>
          </a:bodyPr>
          <a:lstStyle/>
          <a:p>
            <a:r>
              <a:rPr kumimoji="1" lang="en-US" altLang="zh-CN" sz="2000" b="1">
                <a:solidFill>
                  <a:schemeClr val="bg1"/>
                </a:solidFill>
                <a:latin typeface="+mj-ea"/>
              </a:rPr>
              <a:t>5</a:t>
            </a:r>
            <a:endParaRPr lang="zh-CN" altLang="en-US" sz="2000"/>
          </a:p>
        </p:txBody>
      </p:sp>
      <p:sp>
        <p:nvSpPr>
          <p:cNvPr id="121" name="Text Box 53">
            <a:extLst>
              <a:ext uri="{FF2B5EF4-FFF2-40B4-BE49-F238E27FC236}">
                <a16:creationId xmlns:a16="http://schemas.microsoft.com/office/drawing/2014/main" id="{ADA2D4C5-643C-4889-BE5D-4EBDB8DBE9ED}"/>
              </a:ext>
            </a:extLst>
          </p:cNvPr>
          <p:cNvSpPr txBox="1">
            <a:spLocks noChangeArrowheads="1"/>
          </p:cNvSpPr>
          <p:nvPr/>
        </p:nvSpPr>
        <p:spPr bwMode="auto">
          <a:xfrm>
            <a:off x="2892528" y="4523901"/>
            <a:ext cx="292924"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B</a:t>
            </a:r>
          </a:p>
        </p:txBody>
      </p:sp>
      <p:sp>
        <p:nvSpPr>
          <p:cNvPr id="122" name="Text Box 56">
            <a:extLst>
              <a:ext uri="{FF2B5EF4-FFF2-40B4-BE49-F238E27FC236}">
                <a16:creationId xmlns:a16="http://schemas.microsoft.com/office/drawing/2014/main" id="{21BCC720-0235-41AB-A7F2-D42A09F5E739}"/>
              </a:ext>
            </a:extLst>
          </p:cNvPr>
          <p:cNvSpPr txBox="1">
            <a:spLocks noChangeArrowheads="1"/>
          </p:cNvSpPr>
          <p:nvPr/>
        </p:nvSpPr>
        <p:spPr bwMode="auto">
          <a:xfrm>
            <a:off x="1282940" y="5053365"/>
            <a:ext cx="317010"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1</a:t>
            </a:r>
          </a:p>
        </p:txBody>
      </p:sp>
      <p:sp>
        <p:nvSpPr>
          <p:cNvPr id="123" name="Text Box 57">
            <a:extLst>
              <a:ext uri="{FF2B5EF4-FFF2-40B4-BE49-F238E27FC236}">
                <a16:creationId xmlns:a16="http://schemas.microsoft.com/office/drawing/2014/main" id="{9D0DC2E1-4C2D-4D13-AA18-121B9690F5D3}"/>
              </a:ext>
            </a:extLst>
          </p:cNvPr>
          <p:cNvSpPr txBox="1">
            <a:spLocks noChangeArrowheads="1"/>
          </p:cNvSpPr>
          <p:nvPr/>
        </p:nvSpPr>
        <p:spPr bwMode="auto">
          <a:xfrm>
            <a:off x="2643412" y="5038850"/>
            <a:ext cx="302320" cy="40011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Arial" charset="0"/>
                <a:ea typeface="宋体" pitchFamily="2" charset="-122"/>
              </a:defRPr>
            </a:lvl1pPr>
            <a:lvl2pPr marL="742950" indent="-285750" eaLnBrk="0" hangingPunct="0">
              <a:defRPr sz="1600">
                <a:solidFill>
                  <a:schemeClr val="tx1"/>
                </a:solidFill>
                <a:latin typeface="Arial" charset="0"/>
                <a:ea typeface="宋体" pitchFamily="2" charset="-122"/>
              </a:defRPr>
            </a:lvl2pPr>
            <a:lvl3pPr marL="1143000" indent="-228600" eaLnBrk="0" hangingPunct="0">
              <a:defRPr sz="1600">
                <a:solidFill>
                  <a:schemeClr val="tx1"/>
                </a:solidFill>
                <a:latin typeface="Arial" charset="0"/>
                <a:ea typeface="宋体" pitchFamily="2" charset="-122"/>
              </a:defRPr>
            </a:lvl3pPr>
            <a:lvl4pPr marL="1600200" indent="-228600" eaLnBrk="0" hangingPunct="0">
              <a:defRPr sz="1600">
                <a:solidFill>
                  <a:schemeClr val="tx1"/>
                </a:solidFill>
                <a:latin typeface="Arial" charset="0"/>
                <a:ea typeface="宋体" pitchFamily="2" charset="-122"/>
              </a:defRPr>
            </a:lvl4pPr>
            <a:lvl5pPr marL="2057400" indent="-228600" eaLnBrk="0" hangingPunct="0">
              <a:defRPr sz="1600">
                <a:solidFill>
                  <a:schemeClr val="tx1"/>
                </a:solidFill>
                <a:latin typeface="Arial" charset="0"/>
                <a:ea typeface="宋体" pitchFamily="2" charset="-122"/>
              </a:defRPr>
            </a:lvl5pPr>
            <a:lvl6pPr marL="2514600" indent="-228600" eaLnBrk="0" fontAlgn="base" hangingPunct="0">
              <a:spcBef>
                <a:spcPct val="0"/>
              </a:spcBef>
              <a:spcAft>
                <a:spcPct val="0"/>
              </a:spcAft>
              <a:defRPr sz="1600">
                <a:solidFill>
                  <a:schemeClr val="tx1"/>
                </a:solidFill>
                <a:latin typeface="Arial" charset="0"/>
                <a:ea typeface="宋体" pitchFamily="2" charset="-122"/>
              </a:defRPr>
            </a:lvl6pPr>
            <a:lvl7pPr marL="2971800" indent="-228600" eaLnBrk="0" fontAlgn="base" hangingPunct="0">
              <a:spcBef>
                <a:spcPct val="0"/>
              </a:spcBef>
              <a:spcAft>
                <a:spcPct val="0"/>
              </a:spcAft>
              <a:defRPr sz="1600">
                <a:solidFill>
                  <a:schemeClr val="tx1"/>
                </a:solidFill>
                <a:latin typeface="Arial" charset="0"/>
                <a:ea typeface="宋体" pitchFamily="2" charset="-122"/>
              </a:defRPr>
            </a:lvl7pPr>
            <a:lvl8pPr marL="3429000" indent="-228600" eaLnBrk="0" fontAlgn="base" hangingPunct="0">
              <a:spcBef>
                <a:spcPct val="0"/>
              </a:spcBef>
              <a:spcAft>
                <a:spcPct val="0"/>
              </a:spcAft>
              <a:defRPr sz="1600">
                <a:solidFill>
                  <a:schemeClr val="tx1"/>
                </a:solidFill>
                <a:latin typeface="Arial" charset="0"/>
                <a:ea typeface="宋体" pitchFamily="2" charset="-122"/>
              </a:defRPr>
            </a:lvl8pPr>
            <a:lvl9pPr marL="3886200" indent="-228600" eaLnBrk="0" fontAlgn="base" hangingPunct="0">
              <a:spcBef>
                <a:spcPct val="0"/>
              </a:spcBef>
              <a:spcAft>
                <a:spcPct val="0"/>
              </a:spcAft>
              <a:defRPr sz="1600">
                <a:solidFill>
                  <a:schemeClr val="tx1"/>
                </a:solidFill>
                <a:latin typeface="Arial" charset="0"/>
                <a:ea typeface="宋体" pitchFamily="2" charset="-122"/>
              </a:defRPr>
            </a:lvl9pPr>
          </a:lstStyle>
          <a:p>
            <a:pPr eaLnBrk="1" hangingPunct="1"/>
            <a:r>
              <a:rPr kumimoji="1" lang="en-US" altLang="zh-CN" sz="2000" b="1">
                <a:solidFill>
                  <a:schemeClr val="bg1"/>
                </a:solidFill>
                <a:latin typeface="+mj-ea"/>
                <a:ea typeface="+mj-ea"/>
              </a:rPr>
              <a:t>S</a:t>
            </a:r>
          </a:p>
        </p:txBody>
      </p:sp>
      <p:sp>
        <p:nvSpPr>
          <p:cNvPr id="124" name="Text Box 31">
            <a:extLst>
              <a:ext uri="{FF2B5EF4-FFF2-40B4-BE49-F238E27FC236}">
                <a16:creationId xmlns:a16="http://schemas.microsoft.com/office/drawing/2014/main" id="{181BA242-FDDA-4C77-AAE9-7B230430A88E}"/>
              </a:ext>
            </a:extLst>
          </p:cNvPr>
          <p:cNvSpPr txBox="1">
            <a:spLocks noChangeArrowheads="1"/>
          </p:cNvSpPr>
          <p:nvPr/>
        </p:nvSpPr>
        <p:spPr bwMode="auto">
          <a:xfrm>
            <a:off x="2858571" y="5571191"/>
            <a:ext cx="264687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EE853E"/>
                </a:solidFill>
                <a:latin typeface="+mj-ea"/>
                <a:ea typeface="+mj-ea"/>
              </a:rPr>
              <a:t>结论：输入串合法</a:t>
            </a:r>
          </a:p>
        </p:txBody>
      </p:sp>
    </p:spTree>
    <p:extLst>
      <p:ext uri="{BB962C8B-B14F-4D97-AF65-F5344CB8AC3E}">
        <p14:creationId xmlns:p14="http://schemas.microsoft.com/office/powerpoint/2010/main" val="318671982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03522"/>
                                        </p:tgtEl>
                                        <p:attrNameLst>
                                          <p:attrName>style.visibility</p:attrName>
                                        </p:attrNameLst>
                                      </p:cBhvr>
                                      <p:to>
                                        <p:strVal val="visible"/>
                                      </p:to>
                                    </p:set>
                                    <p:animEffect transition="in" filter="fade">
                                      <p:cBhvr>
                                        <p:cTn id="7" dur="500"/>
                                        <p:tgtEl>
                                          <p:spTgt spid="7035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03516"/>
                                        </p:tgtEl>
                                        <p:attrNameLst>
                                          <p:attrName>style.visibility</p:attrName>
                                        </p:attrNameLst>
                                      </p:cBhvr>
                                      <p:to>
                                        <p:strVal val="visible"/>
                                      </p:to>
                                    </p:set>
                                    <p:animEffect transition="in" filter="fade">
                                      <p:cBhvr>
                                        <p:cTn id="10" dur="500"/>
                                        <p:tgtEl>
                                          <p:spTgt spid="7035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8"/>
                                        </p:tgtEl>
                                        <p:attrNameLst>
                                          <p:attrName>style.visibility</p:attrName>
                                        </p:attrNameLst>
                                      </p:cBhvr>
                                      <p:to>
                                        <p:strVal val="visible"/>
                                      </p:to>
                                    </p:set>
                                    <p:animEffect transition="in" filter="fade">
                                      <p:cBhvr>
                                        <p:cTn id="15" dur="500"/>
                                        <p:tgtEl>
                                          <p:spTgt spid="10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03517"/>
                                        </p:tgtEl>
                                        <p:attrNameLst>
                                          <p:attrName>style.visibility</p:attrName>
                                        </p:attrNameLst>
                                      </p:cBhvr>
                                      <p:to>
                                        <p:strVal val="visible"/>
                                      </p:to>
                                    </p:set>
                                    <p:animEffect transition="in" filter="fade">
                                      <p:cBhvr>
                                        <p:cTn id="20" dur="500"/>
                                        <p:tgtEl>
                                          <p:spTgt spid="70351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03518"/>
                                        </p:tgtEl>
                                        <p:attrNameLst>
                                          <p:attrName>style.visibility</p:attrName>
                                        </p:attrNameLst>
                                      </p:cBhvr>
                                      <p:to>
                                        <p:strVal val="visible"/>
                                      </p:to>
                                    </p:set>
                                    <p:animEffect transition="in" filter="fade">
                                      <p:cBhvr>
                                        <p:cTn id="25" dur="500"/>
                                        <p:tgtEl>
                                          <p:spTgt spid="70351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03523"/>
                                        </p:tgtEl>
                                        <p:attrNameLst>
                                          <p:attrName>style.visibility</p:attrName>
                                        </p:attrNameLst>
                                      </p:cBhvr>
                                      <p:to>
                                        <p:strVal val="visible"/>
                                      </p:to>
                                    </p:set>
                                    <p:animEffect transition="in" filter="fade">
                                      <p:cBhvr>
                                        <p:cTn id="30" dur="500"/>
                                        <p:tgtEl>
                                          <p:spTgt spid="70352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03525"/>
                                        </p:tgtEl>
                                        <p:attrNameLst>
                                          <p:attrName>style.visibility</p:attrName>
                                        </p:attrNameLst>
                                      </p:cBhvr>
                                      <p:to>
                                        <p:strVal val="visible"/>
                                      </p:to>
                                    </p:set>
                                    <p:animEffect transition="in" filter="fade">
                                      <p:cBhvr>
                                        <p:cTn id="33" dur="500"/>
                                        <p:tgtEl>
                                          <p:spTgt spid="703525"/>
                                        </p:tgtEl>
                                      </p:cBhvr>
                                    </p:animEffect>
                                  </p:childTnLst>
                                </p:cTn>
                              </p:par>
                            </p:childTnLst>
                          </p:cTn>
                        </p:par>
                      </p:childTnLst>
                    </p:cTn>
                  </p:par>
                  <p:par>
                    <p:cTn id="34" fill="hold">
                      <p:stCondLst>
                        <p:cond delay="indefinite"/>
                      </p:stCondLst>
                      <p:childTnLst>
                        <p:par>
                          <p:cTn id="35" fill="hold">
                            <p:stCondLst>
                              <p:cond delay="0"/>
                            </p:stCondLst>
                            <p:childTnLst>
                              <p:par>
                                <p:cTn id="36" presetID="0" presetClass="path" presetSubtype="0" accel="50000" decel="50000" fill="hold" grpId="1" nodeType="clickEffect">
                                  <p:stCondLst>
                                    <p:cond delay="0"/>
                                  </p:stCondLst>
                                  <p:childTnLst>
                                    <p:animMotion origin="layout" path="M -0.00065 0.00024 L -0.00065 0.00024 C 0.00091 0.00764 0.00247 0.01482 0.00403 0.02246 C 0.00481 0.02686 0.0052 0.03172 0.00638 0.03635 C 0.00833 0.04422 0.01666 0.0669 0.01966 0.07246 C 0.0233 0.0794 0.02721 0.08565 0.0306 0.09329 C 0.04036 0.11528 0.03294 0.10996 0.03997 0.11412 C 0.05911 0.16528 0.03372 0.09931 0.04856 0.13357 C 0.05 0.13681 0.05091 0.14121 0.05247 0.14468 C 0.05351 0.14723 0.05507 0.14908 0.05638 0.15162 C 0.06054 0.15973 0.06536 0.16713 0.06888 0.17662 C 0.07448 0.19167 0.0694 0.17987 0.0806 0.19746 C 0.08658 0.20695 0.08515 0.20857 0.09388 0.2169 C 0.09895 0.22176 0.10872 0.22755 0.11497 0.2294 C 0.11979 0.23079 0.12487 0.23102 0.12981 0.23218 L 0.14856 0.23635 C 0.16523 0.23588 0.1819 0.23588 0.19856 0.23496 C 0.20247 0.23449 0.20638 0.23311 0.21028 0.23218 C 0.22122 0.22894 0.23229 0.22709 0.2431 0.22246 C 0.24453 0.22176 0.28619 0.20487 0.297 0.19746 C 0.34557 0.16389 0.27643 0.20579 0.32122 0.1794 C 0.32955 0.16829 0.3375 0.15625 0.34622 0.14607 C 0.34856 0.14329 0.35104 0.14074 0.35325 0.13774 C 0.35455 0.13565 0.35507 0.13264 0.35638 0.13079 C 0.36419 0.11899 0.3789 0.1044 0.3845 0.09051 C 0.3957 0.0625 0.39049 0.07732 0.40091 0.0419 C 0.40351 0.03287 0.40182 0.03704 0.40638 0.02524 C 0.40703 0.02315 0.40794 0.02153 0.40872 0.01968 C 0.4095 0.01737 0.41028 0.01482 0.41106 0.01274 C 0.41158 0.01112 0.41224 0.00996 0.41263 0.00857 C 0.41276 0.00764 0.41263 0.00672 0.41263 0.00579 L 0.41263 0.00579 L 0.41263 0.00579 " pathEditMode="relative" ptsTypes="AAAAAAAAAAAAAAAAAAAAAAAAAAAAAAAAA">
                                      <p:cBhvr>
                                        <p:cTn id="37" dur="2000" fill="hold"/>
                                        <p:tgtEl>
                                          <p:spTgt spid="108"/>
                                        </p:tgtEl>
                                        <p:attrNameLst>
                                          <p:attrName>ppt_x</p:attrName>
                                          <p:attrName>ppt_y</p:attrName>
                                        </p:attrNameLst>
                                      </p:cBhvr>
                                    </p:animMotion>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03526"/>
                                        </p:tgtEl>
                                        <p:attrNameLst>
                                          <p:attrName>style.visibility</p:attrName>
                                        </p:attrNameLst>
                                      </p:cBhvr>
                                      <p:to>
                                        <p:strVal val="visible"/>
                                      </p:to>
                                    </p:set>
                                    <p:animEffect transition="in" filter="fade">
                                      <p:cBhvr>
                                        <p:cTn id="42" dur="500"/>
                                        <p:tgtEl>
                                          <p:spTgt spid="70352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703521"/>
                                        </p:tgtEl>
                                        <p:attrNameLst>
                                          <p:attrName>style.visibility</p:attrName>
                                        </p:attrNameLst>
                                      </p:cBhvr>
                                      <p:to>
                                        <p:strVal val="visible"/>
                                      </p:to>
                                    </p:set>
                                    <p:animEffect transition="in" filter="fade">
                                      <p:cBhvr>
                                        <p:cTn id="47" dur="500"/>
                                        <p:tgtEl>
                                          <p:spTgt spid="70352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703524"/>
                                        </p:tgtEl>
                                        <p:attrNameLst>
                                          <p:attrName>style.visibility</p:attrName>
                                        </p:attrNameLst>
                                      </p:cBhvr>
                                      <p:to>
                                        <p:strVal val="visible"/>
                                      </p:to>
                                    </p:set>
                                    <p:animEffect transition="in" filter="fade">
                                      <p:cBhvr>
                                        <p:cTn id="52" dur="500"/>
                                        <p:tgtEl>
                                          <p:spTgt spid="70352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703519"/>
                                        </p:tgtEl>
                                        <p:attrNameLst>
                                          <p:attrName>style.visibility</p:attrName>
                                        </p:attrNameLst>
                                      </p:cBhvr>
                                      <p:to>
                                        <p:strVal val="visible"/>
                                      </p:to>
                                    </p:set>
                                    <p:animEffect transition="in" filter="fade">
                                      <p:cBhvr>
                                        <p:cTn id="55" dur="500"/>
                                        <p:tgtEl>
                                          <p:spTgt spid="703519"/>
                                        </p:tgtEl>
                                      </p:cBhvr>
                                    </p:animEffect>
                                  </p:childTnLst>
                                </p:cTn>
                              </p:par>
                            </p:childTnLst>
                          </p:cTn>
                        </p:par>
                      </p:childTnLst>
                    </p:cTn>
                  </p:par>
                  <p:par>
                    <p:cTn id="56" fill="hold">
                      <p:stCondLst>
                        <p:cond delay="indefinite"/>
                      </p:stCondLst>
                      <p:childTnLst>
                        <p:par>
                          <p:cTn id="57" fill="hold">
                            <p:stCondLst>
                              <p:cond delay="0"/>
                            </p:stCondLst>
                            <p:childTnLst>
                              <p:par>
                                <p:cTn id="58" presetID="0" presetClass="path" presetSubtype="0" accel="50000" decel="50000" fill="hold" grpId="2" nodeType="clickEffect">
                                  <p:stCondLst>
                                    <p:cond delay="0"/>
                                  </p:stCondLst>
                                  <p:childTnLst>
                                    <p:animMotion origin="layout" path="M 0.41185 0.01274 L 0.41185 0.01274 C 0.41132 0.0169 0.41093 0.02107 0.41028 0.02524 C 0.40989 0.02662 0.40911 0.02778 0.40872 0.0294 C 0.40833 0.03056 0.4082 0.03218 0.40794 0.03357 C 0.40742 0.03496 0.40677 0.03612 0.40638 0.03774 C 0.40573 0.03936 0.40533 0.04144 0.40481 0.04329 C 0.40429 0.04468 0.40364 0.04584 0.40325 0.04746 C 0.40286 0.04862 0.40286 0.05024 0.40247 0.05162 L 0.39778 0.06412 C 0.39726 0.06551 0.39687 0.0669 0.39622 0.06829 C 0.39544 0.06968 0.39453 0.07084 0.39388 0.07246 C 0.39296 0.07408 0.39244 0.07616 0.39153 0.07801 C 0.39075 0.07917 0.38984 0.0794 0.38919 0.08079 C 0.38776 0.08311 0.38645 0.0875 0.38528 0.09051 C 0.38333 0.09514 0.38086 0.10162 0.37825 0.10579 C 0.37747 0.10672 0.37656 0.10741 0.37591 0.10857 C 0.375 0.10973 0.37448 0.11158 0.37356 0.11274 C 0.37278 0.11343 0.37187 0.1132 0.37122 0.11412 C 0.36953 0.11574 0.3681 0.11783 0.36653 0.11968 C 0.36575 0.12061 0.36497 0.12153 0.36419 0.12246 C 0.36211 0.12431 0.3595 0.125 0.35794 0.12801 C 0.35716 0.1294 0.35638 0.13102 0.3556 0.13218 C 0.35169 0.13681 0.35351 0.13311 0.35013 0.13635 C 0.34921 0.13704 0.34856 0.13843 0.34778 0.13912 C 0.34622 0.14028 0.34466 0.14098 0.3431 0.1419 C 0.34231 0.14237 0.3414 0.1426 0.34075 0.14329 C 0.33867 0.14514 0.33658 0.14746 0.3345 0.14885 C 0.33372 0.14931 0.33281 0.14954 0.33216 0.15024 C 0.32669 0.15487 0.33307 0.15139 0.32669 0.1544 C 0.32109 0.16088 0.32799 0.15255 0.32122 0.16135 C 0.32044 0.16227 0.31966 0.1632 0.31888 0.16412 C 0.3181 0.16459 0.31718 0.16482 0.31653 0.16551 C 0.30976 0.17061 0.31653 0.16621 0.31106 0.16968 C 0.31002 0.17107 0.30898 0.17246 0.30794 0.17385 C 0.30416 0.17801 0.30573 0.17524 0.30247 0.17801 C 0.29674 0.18218 0.30195 0.1794 0.29622 0.18218 C 0.29518 0.18357 0.29414 0.18519 0.2931 0.18635 C 0.29114 0.18797 0.2875 0.18936 0.28528 0.19051 C 0.2819 0.19399 0.28203 0.19445 0.27903 0.19607 C 0.27695 0.19699 0.27461 0.19699 0.27278 0.19885 C 0.26744 0.20348 0.2707 0.20139 0.26263 0.20301 C 0.2552 0.20625 0.26419 0.20162 0.2556 0.20857 C 0.25455 0.20926 0.24921 0.21088 0.24856 0.21135 C 0.24765 0.21158 0.247 0.21227 0.24622 0.21274 C 0.24492 0.2132 0.24349 0.21343 0.24231 0.21412 C 0.2414 0.21436 0.24075 0.21505 0.23997 0.21551 C 0.23867 0.21598 0.23724 0.21621 0.23606 0.2169 C 0.23385 0.2176 0.2319 0.21875 0.22981 0.21968 C 0.22877 0.22014 0.2276 0.22014 0.22669 0.22107 C 0.22565 0.22199 0.22461 0.22292 0.22356 0.22385 C 0.22252 0.22431 0.22135 0.22454 0.22044 0.22524 C 0.21953 0.22547 0.21875 0.22593 0.2181 0.22662 C 0.21666 0.22732 0.21549 0.22848 0.21419 0.2294 C 0.21341 0.22987 0.2125 0.2301 0.21185 0.23079 C 0.21067 0.23149 0.20976 0.23287 0.20872 0.23357 C 0.20742 0.23426 0.20612 0.23449 0.20481 0.23496 C 0.20377 0.23588 0.20273 0.23681 0.20169 0.23774 C 0.20013 0.23866 0.19856 0.23959 0.197 0.24051 C 0.19622 0.24098 0.19544 0.24167 0.19466 0.2419 L 0.18372 0.24468 C 0.18164 0.24514 0.17942 0.24537 0.17747 0.24607 C 0.17604 0.2463 0.17487 0.24699 0.17356 0.24746 C 0.1707 0.24792 0.1677 0.24815 0.16497 0.24885 L 0.15716 0.25024 C 0.14648 0.24977 0.13567 0.24977 0.12513 0.24885 C 0.12187 0.24838 0.11575 0.24607 0.11575 0.24607 C 0.11523 0.24468 0.11484 0.24283 0.11419 0.2419 C 0.11354 0.24098 0.1125 0.24098 0.11185 0.24051 C 0.11041 0.23959 0.10911 0.23866 0.10794 0.23774 C 0.10039 0.23172 0.10924 0.23843 0.10169 0.23079 C 0.10091 0.22987 0.1 0.22987 0.09935 0.2294 C 0.09843 0.22848 0.09778 0.22732 0.097 0.22662 C 0.09622 0.22593 0.09531 0.22593 0.09466 0.22524 C 0.08554 0.21621 0.0944 0.22223 0.08528 0.2169 L 0.08294 0.21551 C 0.07083 0.19931 0.08112 0.21204 0.07356 0.2044 C 0.07265 0.20348 0.072 0.20232 0.07122 0.20162 C 0.06849 0.19885 0.06836 0.19885 0.06575 0.19746 C 0.06419 0.19329 0.06406 0.19237 0.06185 0.18912 C 0.06106 0.18797 0.06015 0.1875 0.0595 0.18635 C 0.05846 0.18449 0.05794 0.18241 0.05716 0.18079 C 0.05638 0.17917 0.05546 0.17801 0.05481 0.17662 C 0.05416 0.17524 0.0539 0.17362 0.05325 0.17246 C 0.05247 0.17107 0.05169 0.17061 0.05091 0.16968 C 0.04713 0.15949 0.04908 0.16366 0.04544 0.15718 C 0.04401 0.14977 0.04505 0.15417 0.04153 0.14468 C 0.04101 0.14329 0.04023 0.1419 0.03997 0.14051 C 0.03854 0.13264 0.03997 0.13959 0.03763 0.13218 C 0.03698 0.13033 0.03658 0.12824 0.03606 0.12662 C 0.03502 0.12362 0.03346 0.1213 0.03294 0.11829 C 0.03268 0.1169 0.03242 0.11528 0.03216 0.11412 C 0.03086 0.10903 0.0306 0.10857 0.02903 0.1044 C 0.02877 0.10255 0.02864 0.10047 0.02825 0.09885 C 0.02786 0.09723 0.02721 0.09584 0.02669 0.09468 C 0.02604 0.09306 0.0233 0.08704 0.02278 0.08496 C 0.02239 0.08357 0.02239 0.08195 0.022 0.08079 C 0.02109 0.07778 0.0194 0.07547 0.01888 0.07246 C 0.01862 0.07107 0.01836 0.06945 0.0181 0.06829 C 0.01718 0.06528 0.01497 0.06088 0.01419 0.05857 C 0.01354 0.05672 0.01315 0.05463 0.01263 0.05301 C 0.01185 0.05093 0.01093 0.04931 0.01028 0.04746 C 0.00911 0.04468 0.0082 0.0419 0.00716 0.03912 L 0.0056 0.03496 C 0.00533 0.03311 0.00507 0.03102 0.00481 0.0294 C 0.00429 0.02732 0.00364 0.0257 0.00325 0.02385 C 0.00156 0.01644 0.00169 0.01806 0.00169 0.01412 L 0.00169 0.01412 " pathEditMode="relative" ptsTypes="AAAAAAAAAAAAAAAAAAAAAAAAAAAAAAAAAAAAAAAAAAAAAAAAAAAAAAAAAAAAAAAAAAAAAAAAAAAAAAAAAAAAAAAAAAAAAAAAAAAAAAAAAAAA">
                                      <p:cBhvr>
                                        <p:cTn id="59" dur="2000" fill="hold"/>
                                        <p:tgtEl>
                                          <p:spTgt spid="108"/>
                                        </p:tgtEl>
                                        <p:attrNameLst>
                                          <p:attrName>ppt_x</p:attrName>
                                          <p:attrName>ppt_y</p:attrName>
                                        </p:attrNameLst>
                                      </p:cBhvr>
                                    </p:animMotion>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16"/>
                                        </p:tgtEl>
                                        <p:attrNameLst>
                                          <p:attrName>style.visibility</p:attrName>
                                        </p:attrNameLst>
                                      </p:cBhvr>
                                      <p:to>
                                        <p:strVal val="visible"/>
                                      </p:to>
                                    </p:set>
                                    <p:animEffect transition="in" filter="fade">
                                      <p:cBhvr>
                                        <p:cTn id="64" dur="500"/>
                                        <p:tgtEl>
                                          <p:spTgt spid="11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17"/>
                                        </p:tgtEl>
                                        <p:attrNameLst>
                                          <p:attrName>style.visibility</p:attrName>
                                        </p:attrNameLst>
                                      </p:cBhvr>
                                      <p:to>
                                        <p:strVal val="visible"/>
                                      </p:to>
                                    </p:set>
                                    <p:animEffect transition="in" filter="fade">
                                      <p:cBhvr>
                                        <p:cTn id="67" dur="500"/>
                                        <p:tgtEl>
                                          <p:spTgt spid="117"/>
                                        </p:tgtEl>
                                      </p:cBhvr>
                                    </p:animEffect>
                                  </p:childTnLst>
                                </p:cTn>
                              </p:par>
                            </p:childTnLst>
                          </p:cTn>
                        </p:par>
                      </p:childTnLst>
                    </p:cTn>
                  </p:par>
                  <p:par>
                    <p:cTn id="68" fill="hold">
                      <p:stCondLst>
                        <p:cond delay="indefinite"/>
                      </p:stCondLst>
                      <p:childTnLst>
                        <p:par>
                          <p:cTn id="69" fill="hold">
                            <p:stCondLst>
                              <p:cond delay="0"/>
                            </p:stCondLst>
                            <p:childTnLst>
                              <p:par>
                                <p:cTn id="70" presetID="42" presetClass="path" presetSubtype="0" accel="50000" decel="50000" fill="hold" grpId="3" nodeType="clickEffect">
                                  <p:stCondLst>
                                    <p:cond delay="0"/>
                                  </p:stCondLst>
                                  <p:childTnLst>
                                    <p:animMotion origin="layout" path="M 3.95833E-6 -4.07407E-6 L 0.21041 -0.1456 " pathEditMode="relative" rAng="0" ptsTypes="AA">
                                      <p:cBhvr>
                                        <p:cTn id="71" dur="2000" fill="hold"/>
                                        <p:tgtEl>
                                          <p:spTgt spid="108"/>
                                        </p:tgtEl>
                                        <p:attrNameLst>
                                          <p:attrName>ppt_x</p:attrName>
                                          <p:attrName>ppt_y</p:attrName>
                                        </p:attrNameLst>
                                      </p:cBhvr>
                                      <p:rCtr x="10521" y="-7292"/>
                                    </p:animMotion>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703520"/>
                                        </p:tgtEl>
                                        <p:attrNameLst>
                                          <p:attrName>style.visibility</p:attrName>
                                        </p:attrNameLst>
                                      </p:cBhvr>
                                      <p:to>
                                        <p:strVal val="visible"/>
                                      </p:to>
                                    </p:set>
                                    <p:animEffect transition="in" filter="fade">
                                      <p:cBhvr>
                                        <p:cTn id="76" dur="500"/>
                                        <p:tgtEl>
                                          <p:spTgt spid="703520"/>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703527"/>
                                        </p:tgtEl>
                                        <p:attrNameLst>
                                          <p:attrName>style.visibility</p:attrName>
                                        </p:attrNameLst>
                                      </p:cBhvr>
                                      <p:to>
                                        <p:strVal val="visible"/>
                                      </p:to>
                                    </p:set>
                                    <p:animEffect transition="in" filter="fade">
                                      <p:cBhvr>
                                        <p:cTn id="81" dur="500"/>
                                        <p:tgtEl>
                                          <p:spTgt spid="703527"/>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703528"/>
                                        </p:tgtEl>
                                        <p:attrNameLst>
                                          <p:attrName>style.visibility</p:attrName>
                                        </p:attrNameLst>
                                      </p:cBhvr>
                                      <p:to>
                                        <p:strVal val="visible"/>
                                      </p:to>
                                    </p:set>
                                    <p:animEffect transition="in" filter="fade">
                                      <p:cBhvr>
                                        <p:cTn id="86" dur="500"/>
                                        <p:tgtEl>
                                          <p:spTgt spid="70352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703529"/>
                                        </p:tgtEl>
                                        <p:attrNameLst>
                                          <p:attrName>style.visibility</p:attrName>
                                        </p:attrNameLst>
                                      </p:cBhvr>
                                      <p:to>
                                        <p:strVal val="visible"/>
                                      </p:to>
                                    </p:set>
                                    <p:animEffect transition="in" filter="fade">
                                      <p:cBhvr>
                                        <p:cTn id="89" dur="500"/>
                                        <p:tgtEl>
                                          <p:spTgt spid="703529"/>
                                        </p:tgtEl>
                                      </p:cBhvr>
                                    </p:animEffect>
                                  </p:childTnLst>
                                </p:cTn>
                              </p:par>
                            </p:childTnLst>
                          </p:cTn>
                        </p:par>
                      </p:childTnLst>
                    </p:cTn>
                  </p:par>
                  <p:par>
                    <p:cTn id="90" fill="hold">
                      <p:stCondLst>
                        <p:cond delay="indefinite"/>
                      </p:stCondLst>
                      <p:childTnLst>
                        <p:par>
                          <p:cTn id="91" fill="hold">
                            <p:stCondLst>
                              <p:cond delay="0"/>
                            </p:stCondLst>
                            <p:childTnLst>
                              <p:par>
                                <p:cTn id="92" presetID="42" presetClass="path" presetSubtype="0" accel="50000" decel="50000" fill="hold" grpId="4" nodeType="clickEffect">
                                  <p:stCondLst>
                                    <p:cond delay="0"/>
                                  </p:stCondLst>
                                  <p:childTnLst>
                                    <p:animMotion origin="layout" path="M 0.21041 -0.1456 L 0.21132 0.1375 " pathEditMode="relative" rAng="0" ptsTypes="AA">
                                      <p:cBhvr>
                                        <p:cTn id="93" dur="2000" fill="hold"/>
                                        <p:tgtEl>
                                          <p:spTgt spid="108"/>
                                        </p:tgtEl>
                                        <p:attrNameLst>
                                          <p:attrName>ppt_x</p:attrName>
                                          <p:attrName>ppt_y</p:attrName>
                                        </p:attrNameLst>
                                      </p:cBhvr>
                                      <p:rCtr x="39" y="14144"/>
                                    </p:animMotion>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703530"/>
                                        </p:tgtEl>
                                        <p:attrNameLst>
                                          <p:attrName>style.visibility</p:attrName>
                                        </p:attrNameLst>
                                      </p:cBhvr>
                                      <p:to>
                                        <p:strVal val="visible"/>
                                      </p:to>
                                    </p:set>
                                    <p:animEffect transition="in" filter="fade">
                                      <p:cBhvr>
                                        <p:cTn id="98" dur="500"/>
                                        <p:tgtEl>
                                          <p:spTgt spid="703530"/>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703531"/>
                                        </p:tgtEl>
                                        <p:attrNameLst>
                                          <p:attrName>style.visibility</p:attrName>
                                        </p:attrNameLst>
                                      </p:cBhvr>
                                      <p:to>
                                        <p:strVal val="visible"/>
                                      </p:to>
                                    </p:set>
                                    <p:animEffect transition="in" filter="fade">
                                      <p:cBhvr>
                                        <p:cTn id="103" dur="500"/>
                                        <p:tgtEl>
                                          <p:spTgt spid="703531"/>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703532"/>
                                        </p:tgtEl>
                                        <p:attrNameLst>
                                          <p:attrName>style.visibility</p:attrName>
                                        </p:attrNameLst>
                                      </p:cBhvr>
                                      <p:to>
                                        <p:strVal val="visible"/>
                                      </p:to>
                                    </p:set>
                                    <p:animEffect transition="in" filter="fade">
                                      <p:cBhvr>
                                        <p:cTn id="108" dur="500"/>
                                        <p:tgtEl>
                                          <p:spTgt spid="703532"/>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703533"/>
                                        </p:tgtEl>
                                        <p:attrNameLst>
                                          <p:attrName>style.visibility</p:attrName>
                                        </p:attrNameLst>
                                      </p:cBhvr>
                                      <p:to>
                                        <p:strVal val="visible"/>
                                      </p:to>
                                    </p:set>
                                    <p:animEffect transition="in" filter="fade">
                                      <p:cBhvr>
                                        <p:cTn id="111" dur="500"/>
                                        <p:tgtEl>
                                          <p:spTgt spid="703533"/>
                                        </p:tgtEl>
                                      </p:cBhvr>
                                    </p:animEffect>
                                  </p:childTnLst>
                                </p:cTn>
                              </p:par>
                            </p:childTnLst>
                          </p:cTn>
                        </p:par>
                      </p:childTnLst>
                    </p:cTn>
                  </p:par>
                  <p:par>
                    <p:cTn id="112" fill="hold">
                      <p:stCondLst>
                        <p:cond delay="indefinite"/>
                      </p:stCondLst>
                      <p:childTnLst>
                        <p:par>
                          <p:cTn id="113" fill="hold">
                            <p:stCondLst>
                              <p:cond delay="0"/>
                            </p:stCondLst>
                            <p:childTnLst>
                              <p:par>
                                <p:cTn id="114" presetID="42" presetClass="path" presetSubtype="0" accel="50000" decel="50000" fill="hold" grpId="5" nodeType="clickEffect">
                                  <p:stCondLst>
                                    <p:cond delay="0"/>
                                  </p:stCondLst>
                                  <p:childTnLst>
                                    <p:animMotion origin="layout" path="M 0.21132 0.1375 L 0.41341 0.00232 " pathEditMode="relative" rAng="0" ptsTypes="AA">
                                      <p:cBhvr>
                                        <p:cTn id="115" dur="2000" fill="hold"/>
                                        <p:tgtEl>
                                          <p:spTgt spid="108"/>
                                        </p:tgtEl>
                                        <p:attrNameLst>
                                          <p:attrName>ppt_x</p:attrName>
                                          <p:attrName>ppt_y</p:attrName>
                                        </p:attrNameLst>
                                      </p:cBhvr>
                                      <p:rCtr x="10221" y="-6991"/>
                                    </p:animMotion>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703534"/>
                                        </p:tgtEl>
                                        <p:attrNameLst>
                                          <p:attrName>style.visibility</p:attrName>
                                        </p:attrNameLst>
                                      </p:cBhvr>
                                      <p:to>
                                        <p:strVal val="visible"/>
                                      </p:to>
                                    </p:set>
                                    <p:animEffect transition="in" filter="fade">
                                      <p:cBhvr>
                                        <p:cTn id="120" dur="500"/>
                                        <p:tgtEl>
                                          <p:spTgt spid="703534"/>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703535"/>
                                        </p:tgtEl>
                                        <p:attrNameLst>
                                          <p:attrName>style.visibility</p:attrName>
                                        </p:attrNameLst>
                                      </p:cBhvr>
                                      <p:to>
                                        <p:strVal val="visible"/>
                                      </p:to>
                                    </p:set>
                                    <p:animEffect transition="in" filter="fade">
                                      <p:cBhvr>
                                        <p:cTn id="125" dur="500"/>
                                        <p:tgtEl>
                                          <p:spTgt spid="703535"/>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grpId="0" nodeType="clickEffect">
                                  <p:stCondLst>
                                    <p:cond delay="0"/>
                                  </p:stCondLst>
                                  <p:childTnLst>
                                    <p:set>
                                      <p:cBhvr>
                                        <p:cTn id="129" dur="1" fill="hold">
                                          <p:stCondLst>
                                            <p:cond delay="0"/>
                                          </p:stCondLst>
                                        </p:cTn>
                                        <p:tgtEl>
                                          <p:spTgt spid="703536"/>
                                        </p:tgtEl>
                                        <p:attrNameLst>
                                          <p:attrName>style.visibility</p:attrName>
                                        </p:attrNameLst>
                                      </p:cBhvr>
                                      <p:to>
                                        <p:strVal val="visible"/>
                                      </p:to>
                                    </p:set>
                                    <p:animEffect transition="in" filter="fade">
                                      <p:cBhvr>
                                        <p:cTn id="130" dur="500"/>
                                        <p:tgtEl>
                                          <p:spTgt spid="703536"/>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703537"/>
                                        </p:tgtEl>
                                        <p:attrNameLst>
                                          <p:attrName>style.visibility</p:attrName>
                                        </p:attrNameLst>
                                      </p:cBhvr>
                                      <p:to>
                                        <p:strVal val="visible"/>
                                      </p:to>
                                    </p:set>
                                    <p:animEffect transition="in" filter="fade">
                                      <p:cBhvr>
                                        <p:cTn id="133" dur="500"/>
                                        <p:tgtEl>
                                          <p:spTgt spid="703537"/>
                                        </p:tgtEl>
                                      </p:cBhvr>
                                    </p:animEffect>
                                  </p:childTnLst>
                                </p:cTn>
                              </p:par>
                            </p:childTnLst>
                          </p:cTn>
                        </p:par>
                      </p:childTnLst>
                    </p:cTn>
                  </p:par>
                  <p:par>
                    <p:cTn id="134" fill="hold">
                      <p:stCondLst>
                        <p:cond delay="indefinite"/>
                      </p:stCondLst>
                      <p:childTnLst>
                        <p:par>
                          <p:cTn id="135" fill="hold">
                            <p:stCondLst>
                              <p:cond delay="0"/>
                            </p:stCondLst>
                            <p:childTnLst>
                              <p:par>
                                <p:cTn id="136" presetID="42" presetClass="path" presetSubtype="0" accel="50000" decel="50000" fill="hold" grpId="6" nodeType="clickEffect">
                                  <p:stCondLst>
                                    <p:cond delay="0"/>
                                  </p:stCondLst>
                                  <p:childTnLst>
                                    <p:animMotion origin="layout" path="M 0.41341 0.00232 L 0.21132 0.1375 " pathEditMode="relative" rAng="0" ptsTypes="AA">
                                      <p:cBhvr>
                                        <p:cTn id="137" dur="2000" fill="hold"/>
                                        <p:tgtEl>
                                          <p:spTgt spid="108"/>
                                        </p:tgtEl>
                                        <p:attrNameLst>
                                          <p:attrName>ppt_x</p:attrName>
                                          <p:attrName>ppt_y</p:attrName>
                                        </p:attrNameLst>
                                      </p:cBhvr>
                                      <p:rCtr x="-9818" y="7454"/>
                                    </p:animMotion>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118"/>
                                        </p:tgtEl>
                                        <p:attrNameLst>
                                          <p:attrName>style.visibility</p:attrName>
                                        </p:attrNameLst>
                                      </p:cBhvr>
                                      <p:to>
                                        <p:strVal val="visible"/>
                                      </p:to>
                                    </p:set>
                                    <p:animEffect transition="in" filter="fade">
                                      <p:cBhvr>
                                        <p:cTn id="142" dur="500"/>
                                        <p:tgtEl>
                                          <p:spTgt spid="118"/>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119"/>
                                        </p:tgtEl>
                                        <p:attrNameLst>
                                          <p:attrName>style.visibility</p:attrName>
                                        </p:attrNameLst>
                                      </p:cBhvr>
                                      <p:to>
                                        <p:strVal val="visible"/>
                                      </p:to>
                                    </p:set>
                                    <p:animEffect transition="in" filter="fade">
                                      <p:cBhvr>
                                        <p:cTn id="145" dur="500"/>
                                        <p:tgtEl>
                                          <p:spTgt spid="119"/>
                                        </p:tgtEl>
                                      </p:cBhvr>
                                    </p:animEffect>
                                  </p:childTnLst>
                                </p:cTn>
                              </p:par>
                            </p:childTnLst>
                          </p:cTn>
                        </p:par>
                      </p:childTnLst>
                    </p:cTn>
                  </p:par>
                  <p:par>
                    <p:cTn id="146" fill="hold">
                      <p:stCondLst>
                        <p:cond delay="indefinite"/>
                      </p:stCondLst>
                      <p:childTnLst>
                        <p:par>
                          <p:cTn id="147" fill="hold">
                            <p:stCondLst>
                              <p:cond delay="0"/>
                            </p:stCondLst>
                            <p:childTnLst>
                              <p:par>
                                <p:cTn id="148" presetID="42" presetClass="path" presetSubtype="0" accel="50000" decel="50000" fill="hold" grpId="7" nodeType="clickEffect">
                                  <p:stCondLst>
                                    <p:cond delay="0"/>
                                  </p:stCondLst>
                                  <p:childTnLst>
                                    <p:animMotion origin="layout" path="M 0.21132 0.1375 L 0.32096 0.1375 " pathEditMode="relative" rAng="0" ptsTypes="AA">
                                      <p:cBhvr>
                                        <p:cTn id="149" dur="2000" fill="hold"/>
                                        <p:tgtEl>
                                          <p:spTgt spid="108"/>
                                        </p:tgtEl>
                                        <p:attrNameLst>
                                          <p:attrName>ppt_x</p:attrName>
                                          <p:attrName>ppt_y</p:attrName>
                                        </p:attrNameLst>
                                      </p:cBhvr>
                                      <p:rCtr x="5482" y="0"/>
                                    </p:animMotion>
                                  </p:childTnLst>
                                </p:cTn>
                              </p:par>
                            </p:childTnLst>
                          </p:cTn>
                        </p:par>
                      </p:childTnLst>
                    </p:cTn>
                  </p:par>
                  <p:par>
                    <p:cTn id="150" fill="hold">
                      <p:stCondLst>
                        <p:cond delay="indefinite"/>
                      </p:stCondLst>
                      <p:childTnLst>
                        <p:par>
                          <p:cTn id="151" fill="hold">
                            <p:stCondLst>
                              <p:cond delay="0"/>
                            </p:stCondLst>
                            <p:childTnLst>
                              <p:par>
                                <p:cTn id="152" presetID="10" presetClass="entr" presetSubtype="0" fill="hold" grpId="0" nodeType="clickEffect">
                                  <p:stCondLst>
                                    <p:cond delay="0"/>
                                  </p:stCondLst>
                                  <p:childTnLst>
                                    <p:set>
                                      <p:cBhvr>
                                        <p:cTn id="153" dur="1" fill="hold">
                                          <p:stCondLst>
                                            <p:cond delay="0"/>
                                          </p:stCondLst>
                                        </p:cTn>
                                        <p:tgtEl>
                                          <p:spTgt spid="703538"/>
                                        </p:tgtEl>
                                        <p:attrNameLst>
                                          <p:attrName>style.visibility</p:attrName>
                                        </p:attrNameLst>
                                      </p:cBhvr>
                                      <p:to>
                                        <p:strVal val="visible"/>
                                      </p:to>
                                    </p:set>
                                    <p:animEffect transition="in" filter="fade">
                                      <p:cBhvr>
                                        <p:cTn id="154" dur="500"/>
                                        <p:tgtEl>
                                          <p:spTgt spid="703538"/>
                                        </p:tgtEl>
                                      </p:cBhvr>
                                    </p:animEffect>
                                  </p:childTnLst>
                                </p:cTn>
                              </p:par>
                            </p:childTnLst>
                          </p:cTn>
                        </p:par>
                      </p:childTnLst>
                    </p:cTn>
                  </p:par>
                  <p:par>
                    <p:cTn id="155" fill="hold">
                      <p:stCondLst>
                        <p:cond delay="indefinite"/>
                      </p:stCondLst>
                      <p:childTnLst>
                        <p:par>
                          <p:cTn id="156" fill="hold">
                            <p:stCondLst>
                              <p:cond delay="0"/>
                            </p:stCondLst>
                            <p:childTnLst>
                              <p:par>
                                <p:cTn id="157" presetID="10" presetClass="entr" presetSubtype="0" fill="hold" grpId="0" nodeType="clickEffect">
                                  <p:stCondLst>
                                    <p:cond delay="0"/>
                                  </p:stCondLst>
                                  <p:childTnLst>
                                    <p:set>
                                      <p:cBhvr>
                                        <p:cTn id="158" dur="1" fill="hold">
                                          <p:stCondLst>
                                            <p:cond delay="0"/>
                                          </p:stCondLst>
                                        </p:cTn>
                                        <p:tgtEl>
                                          <p:spTgt spid="703539"/>
                                        </p:tgtEl>
                                        <p:attrNameLst>
                                          <p:attrName>style.visibility</p:attrName>
                                        </p:attrNameLst>
                                      </p:cBhvr>
                                      <p:to>
                                        <p:strVal val="visible"/>
                                      </p:to>
                                    </p:set>
                                    <p:animEffect transition="in" filter="fade">
                                      <p:cBhvr>
                                        <p:cTn id="159" dur="500"/>
                                        <p:tgtEl>
                                          <p:spTgt spid="703539"/>
                                        </p:tgtEl>
                                      </p:cBhvr>
                                    </p:animEffect>
                                  </p:childTnLst>
                                </p:cTn>
                              </p:par>
                            </p:childTnLst>
                          </p:cTn>
                        </p:par>
                      </p:childTnLst>
                    </p:cTn>
                  </p:par>
                  <p:par>
                    <p:cTn id="160" fill="hold">
                      <p:stCondLst>
                        <p:cond delay="indefinite"/>
                      </p:stCondLst>
                      <p:childTnLst>
                        <p:par>
                          <p:cTn id="161" fill="hold">
                            <p:stCondLst>
                              <p:cond delay="0"/>
                            </p:stCondLst>
                            <p:childTnLst>
                              <p:par>
                                <p:cTn id="162" presetID="10" presetClass="entr" presetSubtype="0" fill="hold" grpId="0" nodeType="clickEffect">
                                  <p:stCondLst>
                                    <p:cond delay="0"/>
                                  </p:stCondLst>
                                  <p:childTnLst>
                                    <p:set>
                                      <p:cBhvr>
                                        <p:cTn id="163" dur="1" fill="hold">
                                          <p:stCondLst>
                                            <p:cond delay="0"/>
                                          </p:stCondLst>
                                        </p:cTn>
                                        <p:tgtEl>
                                          <p:spTgt spid="703540"/>
                                        </p:tgtEl>
                                        <p:attrNameLst>
                                          <p:attrName>style.visibility</p:attrName>
                                        </p:attrNameLst>
                                      </p:cBhvr>
                                      <p:to>
                                        <p:strVal val="visible"/>
                                      </p:to>
                                    </p:set>
                                    <p:animEffect transition="in" filter="fade">
                                      <p:cBhvr>
                                        <p:cTn id="164" dur="500"/>
                                        <p:tgtEl>
                                          <p:spTgt spid="703540"/>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703541"/>
                                        </p:tgtEl>
                                        <p:attrNameLst>
                                          <p:attrName>style.visibility</p:attrName>
                                        </p:attrNameLst>
                                      </p:cBhvr>
                                      <p:to>
                                        <p:strVal val="visible"/>
                                      </p:to>
                                    </p:set>
                                    <p:animEffect transition="in" filter="fade">
                                      <p:cBhvr>
                                        <p:cTn id="167" dur="500"/>
                                        <p:tgtEl>
                                          <p:spTgt spid="703541"/>
                                        </p:tgtEl>
                                      </p:cBhvr>
                                    </p:animEffect>
                                  </p:childTnLst>
                                </p:cTn>
                              </p:par>
                            </p:childTnLst>
                          </p:cTn>
                        </p:par>
                      </p:childTnLst>
                    </p:cTn>
                  </p:par>
                  <p:par>
                    <p:cTn id="168" fill="hold">
                      <p:stCondLst>
                        <p:cond delay="indefinite"/>
                      </p:stCondLst>
                      <p:childTnLst>
                        <p:par>
                          <p:cTn id="169" fill="hold">
                            <p:stCondLst>
                              <p:cond delay="0"/>
                            </p:stCondLst>
                            <p:childTnLst>
                              <p:par>
                                <p:cTn id="170" presetID="42" presetClass="path" presetSubtype="0" accel="50000" decel="50000" fill="hold" grpId="8" nodeType="clickEffect">
                                  <p:stCondLst>
                                    <p:cond delay="0"/>
                                  </p:stCondLst>
                                  <p:childTnLst>
                                    <p:animMotion origin="layout" path="M 0.32096 0.1375 L 0.21133 0.1375 " pathEditMode="relative" rAng="0" ptsTypes="AA">
                                      <p:cBhvr>
                                        <p:cTn id="171" dur="2000" fill="hold"/>
                                        <p:tgtEl>
                                          <p:spTgt spid="108"/>
                                        </p:tgtEl>
                                        <p:attrNameLst>
                                          <p:attrName>ppt_x</p:attrName>
                                          <p:attrName>ppt_y</p:attrName>
                                        </p:attrNameLst>
                                      </p:cBhvr>
                                      <p:rCtr x="-5378" y="-532"/>
                                    </p:animMotion>
                                  </p:childTnLst>
                                </p:cTn>
                              </p:par>
                            </p:childTnLst>
                          </p:cTn>
                        </p:par>
                      </p:childTnLst>
                    </p:cTn>
                  </p:par>
                  <p:par>
                    <p:cTn id="172" fill="hold">
                      <p:stCondLst>
                        <p:cond delay="indefinite"/>
                      </p:stCondLst>
                      <p:childTnLst>
                        <p:par>
                          <p:cTn id="173" fill="hold">
                            <p:stCondLst>
                              <p:cond delay="0"/>
                            </p:stCondLst>
                            <p:childTnLst>
                              <p:par>
                                <p:cTn id="174" presetID="42" presetClass="path" presetSubtype="0" accel="50000" decel="50000" fill="hold" grpId="9" nodeType="clickEffect">
                                  <p:stCondLst>
                                    <p:cond delay="0"/>
                                  </p:stCondLst>
                                  <p:childTnLst>
                                    <p:animMotion origin="layout" path="M 0.21132 0.1375 L 0.21042 -0.1456 " pathEditMode="relative" rAng="0" ptsTypes="AA">
                                      <p:cBhvr>
                                        <p:cTn id="175" dur="2000" fill="hold"/>
                                        <p:tgtEl>
                                          <p:spTgt spid="108"/>
                                        </p:tgtEl>
                                        <p:attrNameLst>
                                          <p:attrName>ppt_x</p:attrName>
                                          <p:attrName>ppt_y</p:attrName>
                                        </p:attrNameLst>
                                      </p:cBhvr>
                                      <p:rCtr x="91" y="-14028"/>
                                    </p:animMotion>
                                  </p:childTnLst>
                                </p:cTn>
                              </p:par>
                            </p:childTnLst>
                          </p:cTn>
                        </p:par>
                      </p:childTnLst>
                    </p:cTn>
                  </p:par>
                  <p:par>
                    <p:cTn id="176" fill="hold">
                      <p:stCondLst>
                        <p:cond delay="indefinite"/>
                      </p:stCondLst>
                      <p:childTnLst>
                        <p:par>
                          <p:cTn id="177" fill="hold">
                            <p:stCondLst>
                              <p:cond delay="0"/>
                            </p:stCondLst>
                            <p:childTnLst>
                              <p:par>
                                <p:cTn id="178" presetID="10" presetClass="entr" presetSubtype="0" fill="hold" grpId="0" nodeType="clickEffect">
                                  <p:stCondLst>
                                    <p:cond delay="0"/>
                                  </p:stCondLst>
                                  <p:childTnLst>
                                    <p:set>
                                      <p:cBhvr>
                                        <p:cTn id="179" dur="1" fill="hold">
                                          <p:stCondLst>
                                            <p:cond delay="0"/>
                                          </p:stCondLst>
                                        </p:cTn>
                                        <p:tgtEl>
                                          <p:spTgt spid="8"/>
                                        </p:tgtEl>
                                        <p:attrNameLst>
                                          <p:attrName>style.visibility</p:attrName>
                                        </p:attrNameLst>
                                      </p:cBhvr>
                                      <p:to>
                                        <p:strVal val="visible"/>
                                      </p:to>
                                    </p:set>
                                    <p:animEffect transition="in" filter="fade">
                                      <p:cBhvr>
                                        <p:cTn id="180" dur="500"/>
                                        <p:tgtEl>
                                          <p:spTgt spid="8"/>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121"/>
                                        </p:tgtEl>
                                        <p:attrNameLst>
                                          <p:attrName>style.visibility</p:attrName>
                                        </p:attrNameLst>
                                      </p:cBhvr>
                                      <p:to>
                                        <p:strVal val="visible"/>
                                      </p:to>
                                    </p:set>
                                    <p:animEffect transition="in" filter="fade">
                                      <p:cBhvr>
                                        <p:cTn id="183" dur="500"/>
                                        <p:tgtEl>
                                          <p:spTgt spid="121"/>
                                        </p:tgtEl>
                                      </p:cBhvr>
                                    </p:animEffect>
                                  </p:childTnLst>
                                </p:cTn>
                              </p:par>
                            </p:childTnLst>
                          </p:cTn>
                        </p:par>
                      </p:childTnLst>
                    </p:cTn>
                  </p:par>
                  <p:par>
                    <p:cTn id="184" fill="hold">
                      <p:stCondLst>
                        <p:cond delay="indefinite"/>
                      </p:stCondLst>
                      <p:childTnLst>
                        <p:par>
                          <p:cTn id="185" fill="hold">
                            <p:stCondLst>
                              <p:cond delay="0"/>
                            </p:stCondLst>
                            <p:childTnLst>
                              <p:par>
                                <p:cTn id="186" presetID="42" presetClass="path" presetSubtype="0" accel="50000" decel="50000" fill="hold" grpId="10" nodeType="clickEffect">
                                  <p:stCondLst>
                                    <p:cond delay="0"/>
                                  </p:stCondLst>
                                  <p:childTnLst>
                                    <p:animMotion origin="layout" path="M 0.21041 -0.1456 L 0.34114 -0.25949 " pathEditMode="relative" rAng="0" ptsTypes="AA">
                                      <p:cBhvr>
                                        <p:cTn id="187" dur="2000" fill="hold"/>
                                        <p:tgtEl>
                                          <p:spTgt spid="108"/>
                                        </p:tgtEl>
                                        <p:attrNameLst>
                                          <p:attrName>ppt_x</p:attrName>
                                          <p:attrName>ppt_y</p:attrName>
                                        </p:attrNameLst>
                                      </p:cBhvr>
                                      <p:rCtr x="6536" y="-5694"/>
                                    </p:animMotion>
                                  </p:childTnLst>
                                </p:cTn>
                              </p:par>
                            </p:childTnLst>
                          </p:cTn>
                        </p:par>
                      </p:childTnLst>
                    </p:cTn>
                  </p:par>
                  <p:par>
                    <p:cTn id="188" fill="hold">
                      <p:stCondLst>
                        <p:cond delay="indefinite"/>
                      </p:stCondLst>
                      <p:childTnLst>
                        <p:par>
                          <p:cTn id="189" fill="hold">
                            <p:stCondLst>
                              <p:cond delay="0"/>
                            </p:stCondLst>
                            <p:childTnLst>
                              <p:par>
                                <p:cTn id="190" presetID="10" presetClass="entr" presetSubtype="0" fill="hold" grpId="0" nodeType="clickEffect">
                                  <p:stCondLst>
                                    <p:cond delay="0"/>
                                  </p:stCondLst>
                                  <p:childTnLst>
                                    <p:set>
                                      <p:cBhvr>
                                        <p:cTn id="191" dur="1" fill="hold">
                                          <p:stCondLst>
                                            <p:cond delay="0"/>
                                          </p:stCondLst>
                                        </p:cTn>
                                        <p:tgtEl>
                                          <p:spTgt spid="703542"/>
                                        </p:tgtEl>
                                        <p:attrNameLst>
                                          <p:attrName>style.visibility</p:attrName>
                                        </p:attrNameLst>
                                      </p:cBhvr>
                                      <p:to>
                                        <p:strVal val="visible"/>
                                      </p:to>
                                    </p:set>
                                    <p:animEffect transition="in" filter="fade">
                                      <p:cBhvr>
                                        <p:cTn id="192" dur="500"/>
                                        <p:tgtEl>
                                          <p:spTgt spid="703542"/>
                                        </p:tgtEl>
                                      </p:cBhvr>
                                    </p:animEffect>
                                  </p:childTnLst>
                                </p:cTn>
                              </p:par>
                            </p:childTnLst>
                          </p:cTn>
                        </p:par>
                      </p:childTnLst>
                    </p:cTn>
                  </p:par>
                  <p:par>
                    <p:cTn id="193" fill="hold">
                      <p:stCondLst>
                        <p:cond delay="indefinite"/>
                      </p:stCondLst>
                      <p:childTnLst>
                        <p:par>
                          <p:cTn id="194" fill="hold">
                            <p:stCondLst>
                              <p:cond delay="0"/>
                            </p:stCondLst>
                            <p:childTnLst>
                              <p:par>
                                <p:cTn id="195" presetID="10" presetClass="entr" presetSubtype="0" fill="hold" grpId="0" nodeType="clickEffect">
                                  <p:stCondLst>
                                    <p:cond delay="0"/>
                                  </p:stCondLst>
                                  <p:childTnLst>
                                    <p:set>
                                      <p:cBhvr>
                                        <p:cTn id="196" dur="1" fill="hold">
                                          <p:stCondLst>
                                            <p:cond delay="0"/>
                                          </p:stCondLst>
                                        </p:cTn>
                                        <p:tgtEl>
                                          <p:spTgt spid="703543"/>
                                        </p:tgtEl>
                                        <p:attrNameLst>
                                          <p:attrName>style.visibility</p:attrName>
                                        </p:attrNameLst>
                                      </p:cBhvr>
                                      <p:to>
                                        <p:strVal val="visible"/>
                                      </p:to>
                                    </p:set>
                                    <p:animEffect transition="in" filter="fade">
                                      <p:cBhvr>
                                        <p:cTn id="197" dur="500"/>
                                        <p:tgtEl>
                                          <p:spTgt spid="703543"/>
                                        </p:tgtEl>
                                      </p:cBhvr>
                                    </p:animEffect>
                                  </p:childTnLst>
                                </p:cTn>
                              </p:par>
                            </p:childTnLst>
                          </p:cTn>
                        </p:par>
                      </p:childTnLst>
                    </p:cTn>
                  </p:par>
                  <p:par>
                    <p:cTn id="198" fill="hold">
                      <p:stCondLst>
                        <p:cond delay="indefinite"/>
                      </p:stCondLst>
                      <p:childTnLst>
                        <p:par>
                          <p:cTn id="199" fill="hold">
                            <p:stCondLst>
                              <p:cond delay="0"/>
                            </p:stCondLst>
                            <p:childTnLst>
                              <p:par>
                                <p:cTn id="200" presetID="10" presetClass="entr" presetSubtype="0" fill="hold" grpId="0" nodeType="clickEffect">
                                  <p:stCondLst>
                                    <p:cond delay="0"/>
                                  </p:stCondLst>
                                  <p:childTnLst>
                                    <p:set>
                                      <p:cBhvr>
                                        <p:cTn id="201" dur="1" fill="hold">
                                          <p:stCondLst>
                                            <p:cond delay="0"/>
                                          </p:stCondLst>
                                        </p:cTn>
                                        <p:tgtEl>
                                          <p:spTgt spid="703544"/>
                                        </p:tgtEl>
                                        <p:attrNameLst>
                                          <p:attrName>style.visibility</p:attrName>
                                        </p:attrNameLst>
                                      </p:cBhvr>
                                      <p:to>
                                        <p:strVal val="visible"/>
                                      </p:to>
                                    </p:set>
                                    <p:animEffect transition="in" filter="fade">
                                      <p:cBhvr>
                                        <p:cTn id="202" dur="500"/>
                                        <p:tgtEl>
                                          <p:spTgt spid="703544"/>
                                        </p:tgtEl>
                                      </p:cBhvr>
                                    </p:animEffect>
                                  </p:childTnLst>
                                </p:cTn>
                              </p:par>
                              <p:par>
                                <p:cTn id="203" presetID="10" presetClass="entr" presetSubtype="0" fill="hold" grpId="0" nodeType="withEffect">
                                  <p:stCondLst>
                                    <p:cond delay="0"/>
                                  </p:stCondLst>
                                  <p:childTnLst>
                                    <p:set>
                                      <p:cBhvr>
                                        <p:cTn id="204" dur="1" fill="hold">
                                          <p:stCondLst>
                                            <p:cond delay="0"/>
                                          </p:stCondLst>
                                        </p:cTn>
                                        <p:tgtEl>
                                          <p:spTgt spid="703545"/>
                                        </p:tgtEl>
                                        <p:attrNameLst>
                                          <p:attrName>style.visibility</p:attrName>
                                        </p:attrNameLst>
                                      </p:cBhvr>
                                      <p:to>
                                        <p:strVal val="visible"/>
                                      </p:to>
                                    </p:set>
                                    <p:animEffect transition="in" filter="fade">
                                      <p:cBhvr>
                                        <p:cTn id="205" dur="500"/>
                                        <p:tgtEl>
                                          <p:spTgt spid="703545"/>
                                        </p:tgtEl>
                                      </p:cBhvr>
                                    </p:animEffect>
                                  </p:childTnLst>
                                </p:cTn>
                              </p:par>
                            </p:childTnLst>
                          </p:cTn>
                        </p:par>
                      </p:childTnLst>
                    </p:cTn>
                  </p:par>
                  <p:par>
                    <p:cTn id="206" fill="hold">
                      <p:stCondLst>
                        <p:cond delay="indefinite"/>
                      </p:stCondLst>
                      <p:childTnLst>
                        <p:par>
                          <p:cTn id="207" fill="hold">
                            <p:stCondLst>
                              <p:cond delay="0"/>
                            </p:stCondLst>
                            <p:childTnLst>
                              <p:par>
                                <p:cTn id="208" presetID="42" presetClass="path" presetSubtype="0" accel="50000" decel="50000" fill="hold" grpId="11" nodeType="clickEffect">
                                  <p:stCondLst>
                                    <p:cond delay="0"/>
                                  </p:stCondLst>
                                  <p:childTnLst>
                                    <p:animMotion origin="layout" path="M 0.34114 -0.25949 L 0.21041 -0.1456 " pathEditMode="relative" rAng="0" ptsTypes="AA">
                                      <p:cBhvr>
                                        <p:cTn id="209" dur="2000" fill="hold"/>
                                        <p:tgtEl>
                                          <p:spTgt spid="108"/>
                                        </p:tgtEl>
                                        <p:attrNameLst>
                                          <p:attrName>ppt_x</p:attrName>
                                          <p:attrName>ppt_y</p:attrName>
                                        </p:attrNameLst>
                                      </p:cBhvr>
                                      <p:rCtr x="-6549" y="5417"/>
                                    </p:animMotion>
                                  </p:childTnLst>
                                </p:cTn>
                              </p:par>
                            </p:childTnLst>
                          </p:cTn>
                        </p:par>
                      </p:childTnLst>
                    </p:cTn>
                  </p:par>
                  <p:par>
                    <p:cTn id="210" fill="hold">
                      <p:stCondLst>
                        <p:cond delay="indefinite"/>
                      </p:stCondLst>
                      <p:childTnLst>
                        <p:par>
                          <p:cTn id="211" fill="hold">
                            <p:stCondLst>
                              <p:cond delay="0"/>
                            </p:stCondLst>
                            <p:childTnLst>
                              <p:par>
                                <p:cTn id="212" presetID="42" presetClass="path" presetSubtype="0" accel="50000" decel="50000" fill="hold" grpId="12" nodeType="clickEffect">
                                  <p:stCondLst>
                                    <p:cond delay="0"/>
                                  </p:stCondLst>
                                  <p:childTnLst>
                                    <p:animMotion origin="layout" path="M 0.21041 -0.1456 L 3.54167E-6 2.96296E-6 " pathEditMode="relative" rAng="0" ptsTypes="AA">
                                      <p:cBhvr>
                                        <p:cTn id="213" dur="2000" fill="hold"/>
                                        <p:tgtEl>
                                          <p:spTgt spid="108"/>
                                        </p:tgtEl>
                                        <p:attrNameLst>
                                          <p:attrName>ppt_x</p:attrName>
                                          <p:attrName>ppt_y</p:attrName>
                                        </p:attrNameLst>
                                      </p:cBhvr>
                                      <p:rCtr x="-10508" y="7616"/>
                                    </p:animMotion>
                                  </p:childTnLst>
                                </p:cTn>
                              </p:par>
                            </p:childTnLst>
                          </p:cTn>
                        </p:par>
                      </p:childTnLst>
                    </p:cTn>
                  </p:par>
                  <p:par>
                    <p:cTn id="214" fill="hold">
                      <p:stCondLst>
                        <p:cond delay="indefinite"/>
                      </p:stCondLst>
                      <p:childTnLst>
                        <p:par>
                          <p:cTn id="215" fill="hold">
                            <p:stCondLst>
                              <p:cond delay="0"/>
                            </p:stCondLst>
                            <p:childTnLst>
                              <p:par>
                                <p:cTn id="216" presetID="10" presetClass="entr" presetSubtype="0" fill="hold" grpId="0" nodeType="clickEffect">
                                  <p:stCondLst>
                                    <p:cond delay="0"/>
                                  </p:stCondLst>
                                  <p:childTnLst>
                                    <p:set>
                                      <p:cBhvr>
                                        <p:cTn id="217" dur="1" fill="hold">
                                          <p:stCondLst>
                                            <p:cond delay="0"/>
                                          </p:stCondLst>
                                        </p:cTn>
                                        <p:tgtEl>
                                          <p:spTgt spid="122"/>
                                        </p:tgtEl>
                                        <p:attrNameLst>
                                          <p:attrName>style.visibility</p:attrName>
                                        </p:attrNameLst>
                                      </p:cBhvr>
                                      <p:to>
                                        <p:strVal val="visible"/>
                                      </p:to>
                                    </p:set>
                                    <p:animEffect transition="in" filter="fade">
                                      <p:cBhvr>
                                        <p:cTn id="218" dur="500"/>
                                        <p:tgtEl>
                                          <p:spTgt spid="122"/>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123"/>
                                        </p:tgtEl>
                                        <p:attrNameLst>
                                          <p:attrName>style.visibility</p:attrName>
                                        </p:attrNameLst>
                                      </p:cBhvr>
                                      <p:to>
                                        <p:strVal val="visible"/>
                                      </p:to>
                                    </p:set>
                                    <p:animEffect transition="in" filter="fade">
                                      <p:cBhvr>
                                        <p:cTn id="221" dur="500"/>
                                        <p:tgtEl>
                                          <p:spTgt spid="123"/>
                                        </p:tgtEl>
                                      </p:cBhvr>
                                    </p:animEffect>
                                  </p:childTnLst>
                                </p:cTn>
                              </p:par>
                            </p:childTnLst>
                          </p:cTn>
                        </p:par>
                      </p:childTnLst>
                    </p:cTn>
                  </p:par>
                  <p:par>
                    <p:cTn id="222" fill="hold">
                      <p:stCondLst>
                        <p:cond delay="indefinite"/>
                      </p:stCondLst>
                      <p:childTnLst>
                        <p:par>
                          <p:cTn id="223" fill="hold">
                            <p:stCondLst>
                              <p:cond delay="0"/>
                            </p:stCondLst>
                            <p:childTnLst>
                              <p:par>
                                <p:cTn id="224" presetID="42" presetClass="path" presetSubtype="0" accel="50000" decel="50000" fill="hold" grpId="13" nodeType="clickEffect">
                                  <p:stCondLst>
                                    <p:cond delay="0"/>
                                  </p:stCondLst>
                                  <p:childTnLst>
                                    <p:animMotion origin="layout" path="M 3.95833E-6 -4.07407E-6 L 0.11497 -0.00231 " pathEditMode="relative" rAng="0" ptsTypes="AA">
                                      <p:cBhvr>
                                        <p:cTn id="225" dur="2000" fill="hold"/>
                                        <p:tgtEl>
                                          <p:spTgt spid="108"/>
                                        </p:tgtEl>
                                        <p:attrNameLst>
                                          <p:attrName>ppt_x</p:attrName>
                                          <p:attrName>ppt_y</p:attrName>
                                        </p:attrNameLst>
                                      </p:cBhvr>
                                      <p:rCtr x="5742" y="-116"/>
                                    </p:animMotion>
                                  </p:childTnLst>
                                </p:cTn>
                              </p:par>
                            </p:childTnLst>
                          </p:cTn>
                        </p:par>
                      </p:childTnLst>
                    </p:cTn>
                  </p:par>
                  <p:par>
                    <p:cTn id="226" fill="hold">
                      <p:stCondLst>
                        <p:cond delay="indefinite"/>
                      </p:stCondLst>
                      <p:childTnLst>
                        <p:par>
                          <p:cTn id="227" fill="hold">
                            <p:stCondLst>
                              <p:cond delay="0"/>
                            </p:stCondLst>
                            <p:childTnLst>
                              <p:par>
                                <p:cTn id="228" presetID="10" presetClass="entr" presetSubtype="0" fill="hold" grpId="0" nodeType="clickEffect">
                                  <p:stCondLst>
                                    <p:cond delay="0"/>
                                  </p:stCondLst>
                                  <p:childTnLst>
                                    <p:set>
                                      <p:cBhvr>
                                        <p:cTn id="229" dur="1" fill="hold">
                                          <p:stCondLst>
                                            <p:cond delay="0"/>
                                          </p:stCondLst>
                                        </p:cTn>
                                        <p:tgtEl>
                                          <p:spTgt spid="703546"/>
                                        </p:tgtEl>
                                        <p:attrNameLst>
                                          <p:attrName>style.visibility</p:attrName>
                                        </p:attrNameLst>
                                      </p:cBhvr>
                                      <p:to>
                                        <p:strVal val="visible"/>
                                      </p:to>
                                    </p:set>
                                    <p:animEffect transition="in" filter="fade">
                                      <p:cBhvr>
                                        <p:cTn id="230" dur="500"/>
                                        <p:tgtEl>
                                          <p:spTgt spid="703546"/>
                                        </p:tgtEl>
                                      </p:cBhvr>
                                    </p:animEffect>
                                  </p:childTnLst>
                                </p:cTn>
                              </p:par>
                            </p:childTnLst>
                          </p:cTn>
                        </p:par>
                      </p:childTnLst>
                    </p:cTn>
                  </p:par>
                  <p:par>
                    <p:cTn id="231" fill="hold">
                      <p:stCondLst>
                        <p:cond delay="indefinite"/>
                      </p:stCondLst>
                      <p:childTnLst>
                        <p:par>
                          <p:cTn id="232" fill="hold">
                            <p:stCondLst>
                              <p:cond delay="0"/>
                            </p:stCondLst>
                            <p:childTnLst>
                              <p:par>
                                <p:cTn id="233" presetID="10" presetClass="entr" presetSubtype="0" fill="hold" nodeType="clickEffect">
                                  <p:stCondLst>
                                    <p:cond delay="0"/>
                                  </p:stCondLst>
                                  <p:childTnLst>
                                    <p:set>
                                      <p:cBhvr>
                                        <p:cTn id="234" dur="1" fill="hold">
                                          <p:stCondLst>
                                            <p:cond delay="0"/>
                                          </p:stCondLst>
                                        </p:cTn>
                                        <p:tgtEl>
                                          <p:spTgt spid="703547">
                                            <p:txEl>
                                              <p:pRg st="0" end="0"/>
                                            </p:txEl>
                                          </p:spTgt>
                                        </p:tgtEl>
                                        <p:attrNameLst>
                                          <p:attrName>style.visibility</p:attrName>
                                        </p:attrNameLst>
                                      </p:cBhvr>
                                      <p:to>
                                        <p:strVal val="visible"/>
                                      </p:to>
                                    </p:set>
                                    <p:animEffect transition="in" filter="fade">
                                      <p:cBhvr>
                                        <p:cTn id="235" dur="500"/>
                                        <p:tgtEl>
                                          <p:spTgt spid="703547">
                                            <p:txEl>
                                              <p:pRg st="0" end="0"/>
                                            </p:txEl>
                                          </p:spTgt>
                                        </p:tgtEl>
                                      </p:cBhvr>
                                    </p:animEffect>
                                  </p:childTnLst>
                                </p:cTn>
                              </p:par>
                            </p:childTnLst>
                          </p:cTn>
                        </p:par>
                      </p:childTnLst>
                    </p:cTn>
                  </p:par>
                  <p:par>
                    <p:cTn id="236" fill="hold">
                      <p:stCondLst>
                        <p:cond delay="indefinite"/>
                      </p:stCondLst>
                      <p:childTnLst>
                        <p:par>
                          <p:cTn id="237" fill="hold">
                            <p:stCondLst>
                              <p:cond delay="0"/>
                            </p:stCondLst>
                            <p:childTnLst>
                              <p:par>
                                <p:cTn id="238" presetID="10" presetClass="entr" presetSubtype="0" fill="hold" grpId="0" nodeType="clickEffect">
                                  <p:stCondLst>
                                    <p:cond delay="0"/>
                                  </p:stCondLst>
                                  <p:childTnLst>
                                    <p:set>
                                      <p:cBhvr>
                                        <p:cTn id="239" dur="1" fill="hold">
                                          <p:stCondLst>
                                            <p:cond delay="0"/>
                                          </p:stCondLst>
                                        </p:cTn>
                                        <p:tgtEl>
                                          <p:spTgt spid="124"/>
                                        </p:tgtEl>
                                        <p:attrNameLst>
                                          <p:attrName>style.visibility</p:attrName>
                                        </p:attrNameLst>
                                      </p:cBhvr>
                                      <p:to>
                                        <p:strVal val="visible"/>
                                      </p:to>
                                    </p:set>
                                    <p:animEffect transition="in" filter="fade">
                                      <p:cBhvr>
                                        <p:cTn id="240"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3516" grpId="0"/>
      <p:bldP spid="703517" grpId="0"/>
      <p:bldP spid="703518" grpId="0"/>
      <p:bldP spid="703519" grpId="0"/>
      <p:bldP spid="703520" grpId="0"/>
      <p:bldP spid="703521" grpId="0"/>
      <p:bldP spid="703522" grpId="0"/>
      <p:bldP spid="703523" grpId="0"/>
      <p:bldP spid="703524" grpId="0"/>
      <p:bldP spid="703525" grpId="0"/>
      <p:bldP spid="703526" grpId="0"/>
      <p:bldP spid="703527" grpId="0"/>
      <p:bldP spid="703528" grpId="0"/>
      <p:bldP spid="703529" grpId="0"/>
      <p:bldP spid="703530" grpId="0"/>
      <p:bldP spid="703531" grpId="0"/>
      <p:bldP spid="703532" grpId="0"/>
      <p:bldP spid="703533" grpId="0"/>
      <p:bldP spid="703534" grpId="0"/>
      <p:bldP spid="703535" grpId="0"/>
      <p:bldP spid="703536" grpId="0"/>
      <p:bldP spid="703537" grpId="0"/>
      <p:bldP spid="703538" grpId="0"/>
      <p:bldP spid="703539" grpId="0"/>
      <p:bldP spid="703540" grpId="0"/>
      <p:bldP spid="703541" grpId="0"/>
      <p:bldP spid="703542" grpId="0"/>
      <p:bldP spid="703543" grpId="0"/>
      <p:bldP spid="703544" grpId="0"/>
      <p:bldP spid="703545" grpId="0"/>
      <p:bldP spid="703546" grpId="0"/>
      <p:bldP spid="108" grpId="0" animBg="1"/>
      <p:bldP spid="108" grpId="1" animBg="1"/>
      <p:bldP spid="108" grpId="2" animBg="1"/>
      <p:bldP spid="108" grpId="3" animBg="1"/>
      <p:bldP spid="108" grpId="4" animBg="1"/>
      <p:bldP spid="108" grpId="5" animBg="1"/>
      <p:bldP spid="108" grpId="6" animBg="1"/>
      <p:bldP spid="108" grpId="7" animBg="1"/>
      <p:bldP spid="108" grpId="8" animBg="1"/>
      <p:bldP spid="108" grpId="9" animBg="1"/>
      <p:bldP spid="108" grpId="10" animBg="1"/>
      <p:bldP spid="108" grpId="11" animBg="1"/>
      <p:bldP spid="108" grpId="12" animBg="1"/>
      <p:bldP spid="108" grpId="13" animBg="1"/>
      <p:bldP spid="116" grpId="0"/>
      <p:bldP spid="117" grpId="0"/>
      <p:bldP spid="118" grpId="0"/>
      <p:bldP spid="119" grpId="0"/>
      <p:bldP spid="8" grpId="0"/>
      <p:bldP spid="121" grpId="0"/>
      <p:bldP spid="122" grpId="0"/>
      <p:bldP spid="123" grpId="0"/>
      <p:bldP spid="12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p:cNvSpPr>
            <a:spLocks noGrp="1" noChangeArrowheads="1"/>
          </p:cNvSpPr>
          <p:nvPr>
            <p:ph idx="1"/>
          </p:nvPr>
        </p:nvSpPr>
        <p:spPr>
          <a:xfrm>
            <a:off x="720000" y="900000"/>
            <a:ext cx="11167200" cy="5237998"/>
          </a:xfrm>
        </p:spPr>
        <p:txBody>
          <a:bodyPr/>
          <a:lstStyle/>
          <a:p>
            <a:r>
              <a:rPr kumimoji="1" lang="zh-CN" altLang="en-US" dirty="0"/>
              <a:t>通过项目集规范族构造</a:t>
            </a:r>
            <a:r>
              <a:rPr lang="en-US" altLang="zh-CN" dirty="0" err="1"/>
              <a:t>LR</a:t>
            </a:r>
            <a:r>
              <a:rPr lang="en-US" altLang="zh-CN" dirty="0"/>
              <a:t>(0)</a:t>
            </a:r>
            <a:r>
              <a:rPr lang="zh-CN" altLang="en-US" dirty="0"/>
              <a:t>分析表，方法如下：</a:t>
            </a:r>
            <a:endParaRPr lang="en-US" altLang="zh-CN" dirty="0"/>
          </a:p>
          <a:p>
            <a:r>
              <a:rPr lang="en-US" altLang="zh-CN" dirty="0"/>
              <a:t>1.	</a:t>
            </a:r>
            <a:r>
              <a:rPr lang="zh-CN" altLang="en-US" dirty="0"/>
              <a:t>如</a:t>
            </a:r>
            <a:r>
              <a:rPr lang="en-US" altLang="zh-CN" dirty="0"/>
              <a:t>C={ </a:t>
            </a:r>
            <a:r>
              <a:rPr lang="en-US" altLang="zh-CN" dirty="0" err="1"/>
              <a:t>I</a:t>
            </a:r>
            <a:r>
              <a:rPr lang="en-US" altLang="zh-CN" baseline="-25000" dirty="0" err="1"/>
              <a:t>0</a:t>
            </a:r>
            <a:r>
              <a:rPr lang="en-US" altLang="zh-CN" dirty="0"/>
              <a:t>, </a:t>
            </a:r>
            <a:r>
              <a:rPr lang="en-US" altLang="zh-CN" dirty="0" err="1"/>
              <a:t>I</a:t>
            </a:r>
            <a:r>
              <a:rPr lang="en-US" altLang="zh-CN" baseline="-25000" dirty="0" err="1"/>
              <a:t>1</a:t>
            </a:r>
            <a:r>
              <a:rPr lang="en-US" altLang="zh-CN" dirty="0"/>
              <a:t>, …, I</a:t>
            </a:r>
            <a:r>
              <a:rPr lang="en-US" altLang="zh-CN" baseline="-25000" dirty="0"/>
              <a:t>n</a:t>
            </a:r>
            <a:r>
              <a:rPr lang="en-US" altLang="zh-CN" dirty="0"/>
              <a:t> }</a:t>
            </a:r>
            <a:r>
              <a:rPr lang="zh-CN" altLang="en-US" dirty="0"/>
              <a:t>，则分析表状态为</a:t>
            </a:r>
            <a:r>
              <a:rPr lang="en-US" altLang="zh-CN" dirty="0"/>
              <a:t>0</a:t>
            </a:r>
            <a:r>
              <a:rPr lang="zh-CN" altLang="en-US" dirty="0"/>
              <a:t>～</a:t>
            </a:r>
            <a:r>
              <a:rPr lang="en-US" altLang="zh-CN" dirty="0"/>
              <a:t>n</a:t>
            </a:r>
            <a:r>
              <a:rPr lang="zh-CN" altLang="en-US" dirty="0"/>
              <a:t>。</a:t>
            </a:r>
            <a:endParaRPr lang="zh-CN" altLang="en-US" dirty="0">
              <a:sym typeface="Symbol" pitchFamily="18" charset="2"/>
            </a:endParaRPr>
          </a:p>
          <a:p>
            <a:r>
              <a:rPr lang="en-US" altLang="zh-CN" dirty="0">
                <a:sym typeface="Symbol" pitchFamily="18" charset="2"/>
              </a:rPr>
              <a:t>2.	</a:t>
            </a:r>
            <a:r>
              <a:rPr lang="zh-CN" altLang="en-US" dirty="0">
                <a:sym typeface="Symbol" pitchFamily="18" charset="2"/>
              </a:rPr>
              <a:t>考察每个</a:t>
            </a:r>
            <a:r>
              <a:rPr lang="en-US" altLang="zh-CN" dirty="0"/>
              <a:t>I</a:t>
            </a:r>
            <a:r>
              <a:rPr lang="en-US" altLang="zh-CN" baseline="-25000" dirty="0"/>
              <a:t>i</a:t>
            </a:r>
            <a:endParaRPr lang="en-US" altLang="zh-CN" baseline="-25000" dirty="0">
              <a:sym typeface="Symbol" pitchFamily="18" charset="2"/>
            </a:endParaRPr>
          </a:p>
          <a:p>
            <a:r>
              <a:rPr lang="en-US" altLang="zh-CN" dirty="0">
                <a:sym typeface="Symbol" pitchFamily="18" charset="2"/>
              </a:rPr>
              <a:t>	</a:t>
            </a:r>
            <a:r>
              <a:rPr lang="zh-CN" altLang="en-US" dirty="0">
                <a:sym typeface="Symbol" pitchFamily="18" charset="2"/>
              </a:rPr>
              <a:t>若 </a:t>
            </a:r>
            <a:r>
              <a:rPr lang="en-US" altLang="zh-CN" dirty="0"/>
              <a:t>go( I</a:t>
            </a:r>
            <a:r>
              <a:rPr lang="en-US" altLang="zh-CN" baseline="-25000" dirty="0"/>
              <a:t>i </a:t>
            </a:r>
            <a:r>
              <a:rPr lang="en-US" altLang="zh-CN" dirty="0"/>
              <a:t>, a ) = </a:t>
            </a:r>
            <a:r>
              <a:rPr lang="en-US" altLang="zh-CN" dirty="0" err="1"/>
              <a:t>I</a:t>
            </a:r>
            <a:r>
              <a:rPr lang="en-US" altLang="zh-CN" baseline="-25000" dirty="0" err="1"/>
              <a:t>j</a:t>
            </a:r>
            <a:r>
              <a:rPr lang="zh-CN" altLang="en-US" dirty="0"/>
              <a:t>，则 </a:t>
            </a:r>
            <a:r>
              <a:rPr lang="en-US" altLang="zh-CN" dirty="0"/>
              <a:t>action[ </a:t>
            </a:r>
            <a:r>
              <a:rPr lang="en-US" altLang="zh-CN" dirty="0" err="1"/>
              <a:t>i</a:t>
            </a:r>
            <a:r>
              <a:rPr lang="en-US" altLang="zh-CN" dirty="0"/>
              <a:t> , a ] = </a:t>
            </a:r>
            <a:r>
              <a:rPr lang="en-US" altLang="zh-CN" dirty="0" err="1"/>
              <a:t>sj</a:t>
            </a:r>
            <a:endParaRPr lang="en-US" altLang="zh-CN" dirty="0"/>
          </a:p>
          <a:p>
            <a:r>
              <a:rPr lang="en-US" altLang="zh-CN" dirty="0">
                <a:sym typeface="Symbol" pitchFamily="18" charset="2"/>
              </a:rPr>
              <a:t>	</a:t>
            </a:r>
            <a:r>
              <a:rPr lang="zh-CN" altLang="en-US" dirty="0">
                <a:sym typeface="Symbol" pitchFamily="18" charset="2"/>
              </a:rPr>
              <a:t>若 </a:t>
            </a:r>
            <a:r>
              <a:rPr lang="en-US" altLang="zh-CN" dirty="0"/>
              <a:t>go( I</a:t>
            </a:r>
            <a:r>
              <a:rPr lang="en-US" altLang="zh-CN" baseline="-25000" dirty="0"/>
              <a:t>i </a:t>
            </a:r>
            <a:r>
              <a:rPr lang="en-US" altLang="zh-CN" dirty="0"/>
              <a:t>, A ) = </a:t>
            </a:r>
            <a:r>
              <a:rPr lang="en-US" altLang="zh-CN" dirty="0" err="1"/>
              <a:t>I</a:t>
            </a:r>
            <a:r>
              <a:rPr lang="en-US" altLang="zh-CN" baseline="-25000" dirty="0" err="1"/>
              <a:t>j</a:t>
            </a:r>
            <a:r>
              <a:rPr lang="zh-CN" altLang="en-US" dirty="0"/>
              <a:t>，则 </a:t>
            </a:r>
            <a:r>
              <a:rPr lang="en-US" altLang="zh-CN" dirty="0" err="1"/>
              <a:t>goto</a:t>
            </a:r>
            <a:r>
              <a:rPr lang="en-US" altLang="zh-CN" dirty="0"/>
              <a:t>[ </a:t>
            </a:r>
            <a:r>
              <a:rPr lang="en-US" altLang="zh-CN" dirty="0" err="1"/>
              <a:t>i</a:t>
            </a:r>
            <a:r>
              <a:rPr lang="en-US" altLang="zh-CN" dirty="0"/>
              <a:t> , A ] = j</a:t>
            </a:r>
          </a:p>
          <a:p>
            <a:r>
              <a:rPr lang="en-US" altLang="zh-CN" dirty="0">
                <a:sym typeface="Symbol" pitchFamily="18" charset="2"/>
              </a:rPr>
              <a:t>	</a:t>
            </a:r>
            <a:r>
              <a:rPr lang="zh-CN" altLang="en-US" dirty="0">
                <a:sym typeface="Symbol" pitchFamily="18" charset="2"/>
              </a:rPr>
              <a:t>若 </a:t>
            </a:r>
            <a:r>
              <a:rPr lang="en-US" altLang="zh-CN" dirty="0">
                <a:sym typeface="Symbol" pitchFamily="18" charset="2"/>
              </a:rPr>
              <a:t>A→</a:t>
            </a:r>
            <a:r>
              <a:rPr lang="el-GR" altLang="zh-CN" dirty="0">
                <a:sym typeface="Symbol" pitchFamily="18" charset="2"/>
              </a:rPr>
              <a:t>α</a:t>
            </a:r>
            <a:r>
              <a:rPr lang="en-US" altLang="zh-CN" dirty="0">
                <a:sym typeface="Symbol" pitchFamily="18" charset="2"/>
              </a:rPr>
              <a:t>∙∈</a:t>
            </a:r>
            <a:r>
              <a:rPr lang="en-US" altLang="zh-CN" dirty="0"/>
              <a:t>I</a:t>
            </a:r>
            <a:r>
              <a:rPr lang="en-US" altLang="zh-CN" baseline="-25000" dirty="0"/>
              <a:t>i</a:t>
            </a:r>
            <a:r>
              <a:rPr lang="zh-CN" altLang="en-US" dirty="0"/>
              <a:t>，</a:t>
            </a:r>
            <a:r>
              <a:rPr lang="en-US" altLang="zh-CN" dirty="0">
                <a:sym typeface="Symbol" pitchFamily="18" charset="2"/>
              </a:rPr>
              <a:t>A→</a:t>
            </a:r>
            <a:r>
              <a:rPr lang="el-GR" altLang="zh-CN" dirty="0">
                <a:sym typeface="Symbol" pitchFamily="18" charset="2"/>
              </a:rPr>
              <a:t>α</a:t>
            </a:r>
            <a:r>
              <a:rPr lang="zh-CN" altLang="en-US" dirty="0">
                <a:sym typeface="Symbol" pitchFamily="18" charset="2"/>
              </a:rPr>
              <a:t>的编号为 </a:t>
            </a:r>
            <a:r>
              <a:rPr lang="en-US" altLang="zh-CN" dirty="0">
                <a:sym typeface="Symbol" pitchFamily="18" charset="2"/>
              </a:rPr>
              <a:t>j</a:t>
            </a:r>
            <a:r>
              <a:rPr lang="zh-CN" altLang="en-US" dirty="0"/>
              <a:t>，则 </a:t>
            </a:r>
            <a:r>
              <a:rPr lang="en-US" altLang="zh-CN" dirty="0"/>
              <a:t>action[ </a:t>
            </a:r>
            <a:r>
              <a:rPr lang="en-US" altLang="zh-CN" dirty="0" err="1"/>
              <a:t>i</a:t>
            </a:r>
            <a:r>
              <a:rPr lang="en-US" altLang="zh-CN" dirty="0"/>
              <a:t> , b ] = </a:t>
            </a:r>
            <a:r>
              <a:rPr lang="en-US" altLang="zh-CN" dirty="0" err="1"/>
              <a:t>rj</a:t>
            </a:r>
            <a:r>
              <a:rPr lang="zh-CN" altLang="en-US" dirty="0"/>
              <a:t>，其中 </a:t>
            </a:r>
            <a:r>
              <a:rPr lang="en-US" altLang="zh-CN" dirty="0" err="1">
                <a:solidFill>
                  <a:srgbClr val="EE853E"/>
                </a:solidFill>
                <a:sym typeface="Symbol" pitchFamily="18" charset="2"/>
              </a:rPr>
              <a:t>b∈V</a:t>
            </a:r>
            <a:r>
              <a:rPr lang="en-US" altLang="zh-CN" baseline="-25000" dirty="0" err="1">
                <a:solidFill>
                  <a:srgbClr val="EE853E"/>
                </a:solidFill>
                <a:sym typeface="Symbol" pitchFamily="18" charset="2"/>
              </a:rPr>
              <a:t>T</a:t>
            </a:r>
            <a:r>
              <a:rPr lang="en-US" altLang="zh-CN" dirty="0">
                <a:solidFill>
                  <a:srgbClr val="EE853E"/>
                </a:solidFill>
                <a:sym typeface="Symbol" panose="05050102010706020507" pitchFamily="18" charset="2"/>
              </a:rPr>
              <a:t>∪{#}</a:t>
            </a:r>
            <a:r>
              <a:rPr lang="zh-CN" altLang="en-US" dirty="0">
                <a:solidFill>
                  <a:srgbClr val="EE853E"/>
                </a:solidFill>
                <a:sym typeface="Symbol" panose="05050102010706020507" pitchFamily="18" charset="2"/>
              </a:rPr>
              <a:t>。</a:t>
            </a:r>
            <a:endParaRPr lang="en-US" altLang="zh-CN" dirty="0">
              <a:solidFill>
                <a:srgbClr val="EE853E"/>
              </a:solidFill>
              <a:sym typeface="Symbol" panose="05050102010706020507" pitchFamily="18" charset="2"/>
            </a:endParaRPr>
          </a:p>
          <a:p>
            <a:r>
              <a:rPr lang="en-US" altLang="zh-CN" dirty="0">
                <a:sym typeface="Symbol" pitchFamily="18" charset="2"/>
              </a:rPr>
              <a:t>	</a:t>
            </a:r>
            <a:r>
              <a:rPr lang="zh-CN" altLang="en-US" dirty="0">
                <a:sym typeface="Symbol" pitchFamily="18" charset="2"/>
              </a:rPr>
              <a:t>若 </a:t>
            </a:r>
            <a:r>
              <a:rPr lang="en-US" altLang="zh-CN" dirty="0" err="1">
                <a:sym typeface="Symbol" pitchFamily="18" charset="2"/>
              </a:rPr>
              <a:t>S’→S</a:t>
            </a:r>
            <a:r>
              <a:rPr lang="en-US" altLang="zh-CN" dirty="0">
                <a:sym typeface="Symbol" pitchFamily="18" charset="2"/>
              </a:rPr>
              <a:t>∙∈</a:t>
            </a:r>
            <a:r>
              <a:rPr lang="en-US" altLang="zh-CN" dirty="0"/>
              <a:t>I</a:t>
            </a:r>
            <a:r>
              <a:rPr lang="en-US" altLang="zh-CN" baseline="-25000" dirty="0"/>
              <a:t>i</a:t>
            </a:r>
            <a:r>
              <a:rPr lang="zh-CN" altLang="en-US" dirty="0"/>
              <a:t>，则 </a:t>
            </a:r>
            <a:r>
              <a:rPr lang="en-US" altLang="zh-CN" dirty="0"/>
              <a:t>action[ </a:t>
            </a:r>
            <a:r>
              <a:rPr lang="en-US" altLang="zh-CN" dirty="0" err="1"/>
              <a:t>i</a:t>
            </a:r>
            <a:r>
              <a:rPr lang="en-US" altLang="zh-CN" dirty="0"/>
              <a:t> , # ] = acc</a:t>
            </a:r>
          </a:p>
          <a:p>
            <a:r>
              <a:rPr lang="en-US" altLang="zh-CN" dirty="0"/>
              <a:t>3.	</a:t>
            </a:r>
            <a:r>
              <a:rPr lang="zh-CN" altLang="en-US" dirty="0"/>
              <a:t>其它表项为空白。 </a:t>
            </a:r>
          </a:p>
        </p:txBody>
      </p:sp>
      <p:sp>
        <p:nvSpPr>
          <p:cNvPr id="90115" name="Rectangle 3"/>
          <p:cNvSpPr>
            <a:spLocks noGrp="1" noChangeArrowheads="1"/>
          </p:cNvSpPr>
          <p:nvPr>
            <p:ph type="title"/>
          </p:nvPr>
        </p:nvSpPr>
        <p:spPr/>
        <p:txBody>
          <a:bodyPr/>
          <a:lstStyle/>
          <a:p>
            <a:r>
              <a:rPr lang="en-US" altLang="zh-CN" dirty="0"/>
              <a:t>LR(0)</a:t>
            </a:r>
            <a:r>
              <a:rPr lang="zh-CN" altLang="en-US" dirty="0"/>
              <a:t>分析表的构造</a:t>
            </a:r>
          </a:p>
        </p:txBody>
      </p:sp>
    </p:spTree>
    <p:extLst>
      <p:ext uri="{BB962C8B-B14F-4D97-AF65-F5344CB8AC3E}">
        <p14:creationId xmlns:p14="http://schemas.microsoft.com/office/powerpoint/2010/main" val="338298626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8" name="Rectangle 2"/>
          <p:cNvSpPr>
            <a:spLocks noGrp="1" noChangeArrowheads="1"/>
          </p:cNvSpPr>
          <p:nvPr>
            <p:ph idx="1"/>
          </p:nvPr>
        </p:nvSpPr>
        <p:spPr/>
        <p:txBody>
          <a:bodyPr/>
          <a:lstStyle/>
          <a:p>
            <a:r>
              <a:rPr lang="zh-CN" altLang="en-US" dirty="0"/>
              <a:t>若一个文法</a:t>
            </a:r>
            <a:r>
              <a:rPr lang="en-US" altLang="zh-CN" dirty="0"/>
              <a:t>G</a:t>
            </a:r>
            <a:r>
              <a:rPr lang="zh-CN" altLang="en-US" dirty="0"/>
              <a:t>的</a:t>
            </a:r>
            <a:r>
              <a:rPr lang="en-US" altLang="zh-CN" dirty="0"/>
              <a:t>LR(0)</a:t>
            </a:r>
            <a:r>
              <a:rPr lang="zh-CN" altLang="en-US" dirty="0"/>
              <a:t>分析表不含冲突表项，则该文法</a:t>
            </a:r>
            <a:r>
              <a:rPr lang="en-US" altLang="zh-CN" dirty="0"/>
              <a:t>G</a:t>
            </a:r>
            <a:r>
              <a:rPr lang="zh-CN" altLang="en-US" dirty="0"/>
              <a:t>是</a:t>
            </a:r>
            <a:r>
              <a:rPr lang="en-US" altLang="zh-CN" dirty="0"/>
              <a:t>LR(0)</a:t>
            </a:r>
            <a:r>
              <a:rPr lang="zh-CN" altLang="en-US" dirty="0"/>
              <a:t>文法。</a:t>
            </a:r>
            <a:endParaRPr lang="en-US" altLang="zh-CN" dirty="0"/>
          </a:p>
          <a:p>
            <a:r>
              <a:rPr lang="zh-CN" altLang="en-US" dirty="0"/>
              <a:t>若一个文法</a:t>
            </a:r>
            <a:r>
              <a:rPr lang="en-US" altLang="zh-CN" dirty="0"/>
              <a:t>G</a:t>
            </a:r>
            <a:r>
              <a:rPr lang="zh-CN" altLang="en-US" dirty="0"/>
              <a:t>的</a:t>
            </a:r>
            <a:r>
              <a:rPr lang="en-US" altLang="zh-CN" dirty="0"/>
              <a:t>LR(0)</a:t>
            </a:r>
            <a:r>
              <a:rPr lang="zh-CN" altLang="en-US" dirty="0"/>
              <a:t>分析表包含冲突表项，则该文法</a:t>
            </a:r>
            <a:r>
              <a:rPr lang="en-US" altLang="zh-CN" dirty="0"/>
              <a:t>G</a:t>
            </a:r>
            <a:r>
              <a:rPr lang="zh-CN" altLang="en-US" dirty="0"/>
              <a:t>不是</a:t>
            </a:r>
            <a:r>
              <a:rPr lang="en-US" altLang="zh-CN" dirty="0"/>
              <a:t>LR(0)</a:t>
            </a:r>
            <a:r>
              <a:rPr lang="zh-CN" altLang="en-US" dirty="0"/>
              <a:t>文法。</a:t>
            </a:r>
          </a:p>
          <a:p>
            <a:endParaRPr lang="zh-CN" altLang="en-US" dirty="0"/>
          </a:p>
        </p:txBody>
      </p:sp>
      <p:sp>
        <p:nvSpPr>
          <p:cNvPr id="93187" name="Rectangle 4"/>
          <p:cNvSpPr>
            <a:spLocks noGrp="1" noChangeArrowheads="1"/>
          </p:cNvSpPr>
          <p:nvPr>
            <p:ph type="title"/>
          </p:nvPr>
        </p:nvSpPr>
        <p:spPr/>
        <p:txBody>
          <a:bodyPr/>
          <a:lstStyle/>
          <a:p>
            <a:r>
              <a:rPr lang="en-US" altLang="zh-CN"/>
              <a:t>LR(0)</a:t>
            </a:r>
            <a:r>
              <a:rPr lang="zh-CN" altLang="en-US"/>
              <a:t>文法</a:t>
            </a:r>
          </a:p>
        </p:txBody>
      </p:sp>
    </p:spTree>
    <p:extLst>
      <p:ext uri="{BB962C8B-B14F-4D97-AF65-F5344CB8AC3E}">
        <p14:creationId xmlns:p14="http://schemas.microsoft.com/office/powerpoint/2010/main" val="415028303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8" name="Rectangle 2"/>
          <p:cNvSpPr>
            <a:spLocks noGrp="1" noChangeArrowheads="1"/>
          </p:cNvSpPr>
          <p:nvPr>
            <p:ph idx="1"/>
          </p:nvPr>
        </p:nvSpPr>
        <p:spPr/>
        <p:txBody>
          <a:bodyPr>
            <a:normAutofit/>
          </a:bodyPr>
          <a:lstStyle/>
          <a:p>
            <a:r>
              <a:rPr lang="zh-CN" altLang="en-US" dirty="0"/>
              <a:t>求下述托广文法</a:t>
            </a:r>
            <a:r>
              <a:rPr lang="en-US" altLang="zh-CN" dirty="0"/>
              <a:t>G’</a:t>
            </a:r>
            <a:r>
              <a:rPr lang="zh-CN" altLang="en-US" dirty="0"/>
              <a:t>的</a:t>
            </a:r>
            <a:r>
              <a:rPr lang="en-US" altLang="zh-CN" dirty="0"/>
              <a:t>LR(0)</a:t>
            </a:r>
            <a:r>
              <a:rPr lang="zh-CN" altLang="en-US" dirty="0"/>
              <a:t>分析表：</a:t>
            </a:r>
          </a:p>
          <a:p>
            <a:r>
              <a:rPr lang="en-US" altLang="zh-CN" dirty="0"/>
              <a:t>(0) S’→E</a:t>
            </a:r>
          </a:p>
          <a:p>
            <a:r>
              <a:rPr lang="en-US" altLang="zh-CN" dirty="0"/>
              <a:t>(1) E→E+T</a:t>
            </a:r>
          </a:p>
          <a:p>
            <a:r>
              <a:rPr lang="en-US" altLang="zh-CN" dirty="0"/>
              <a:t>(2) E→T</a:t>
            </a:r>
          </a:p>
          <a:p>
            <a:r>
              <a:rPr lang="en-US" altLang="zh-CN" dirty="0"/>
              <a:t>(3) T→T*F</a:t>
            </a:r>
          </a:p>
          <a:p>
            <a:r>
              <a:rPr lang="en-US" altLang="zh-CN" dirty="0"/>
              <a:t>(4) T→F</a:t>
            </a:r>
          </a:p>
          <a:p>
            <a:r>
              <a:rPr lang="en-US" altLang="zh-CN" dirty="0"/>
              <a:t>(5) F→(E)</a:t>
            </a:r>
          </a:p>
          <a:p>
            <a:r>
              <a:rPr lang="en-US" altLang="zh-CN" dirty="0"/>
              <a:t>(6) </a:t>
            </a:r>
            <a:r>
              <a:rPr lang="en-US" altLang="zh-CN" dirty="0" err="1"/>
              <a:t>F→i</a:t>
            </a:r>
            <a:endParaRPr lang="en-US" altLang="zh-CN" dirty="0"/>
          </a:p>
        </p:txBody>
      </p:sp>
      <p:sp>
        <p:nvSpPr>
          <p:cNvPr id="94211" name="Rectangle 4"/>
          <p:cNvSpPr>
            <a:spLocks noGrp="1" noChangeArrowheads="1"/>
          </p:cNvSpPr>
          <p:nvPr>
            <p:ph type="title"/>
          </p:nvPr>
        </p:nvSpPr>
        <p:spPr/>
        <p:txBody>
          <a:bodyPr/>
          <a:lstStyle/>
          <a:p>
            <a:r>
              <a:rPr lang="zh-CN" altLang="en-US"/>
              <a:t>非</a:t>
            </a:r>
            <a:r>
              <a:rPr lang="en-US" altLang="zh-CN"/>
              <a:t>LR(0)</a:t>
            </a:r>
            <a:r>
              <a:rPr lang="zh-CN" altLang="en-US"/>
              <a:t>文法</a:t>
            </a:r>
            <a:endParaRPr lang="zh-CN" altLang="en-US" dirty="0"/>
          </a:p>
        </p:txBody>
      </p:sp>
    </p:spTree>
    <p:extLst>
      <p:ext uri="{BB962C8B-B14F-4D97-AF65-F5344CB8AC3E}">
        <p14:creationId xmlns:p14="http://schemas.microsoft.com/office/powerpoint/2010/main" val="246773550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62" name="Rectangle 2"/>
          <p:cNvSpPr>
            <a:spLocks noGrp="1" noChangeArrowheads="1"/>
          </p:cNvSpPr>
          <p:nvPr>
            <p:ph idx="1"/>
          </p:nvPr>
        </p:nvSpPr>
        <p:spPr/>
        <p:txBody>
          <a:bodyPr>
            <a:normAutofit/>
          </a:bodyPr>
          <a:lstStyle/>
          <a:p>
            <a:r>
              <a:rPr lang="zh-CN" altLang="en-US" dirty="0"/>
              <a:t>初始时：</a:t>
            </a:r>
            <a:r>
              <a:rPr lang="en-US" altLang="zh-CN" dirty="0"/>
              <a:t>C = { I</a:t>
            </a:r>
            <a:r>
              <a:rPr lang="en-US" altLang="zh-CN" baseline="-25000" dirty="0"/>
              <a:t>0</a:t>
            </a:r>
            <a:r>
              <a:rPr lang="en-US" altLang="zh-CN" dirty="0"/>
              <a:t> }</a:t>
            </a:r>
          </a:p>
          <a:p>
            <a:r>
              <a:rPr lang="en-US" altLang="zh-CN" dirty="0" err="1"/>
              <a:t>I</a:t>
            </a:r>
            <a:r>
              <a:rPr lang="en-US" altLang="zh-CN" baseline="-25000" dirty="0" err="1"/>
              <a:t>0</a:t>
            </a:r>
            <a:r>
              <a:rPr lang="en-US" altLang="zh-CN" dirty="0"/>
              <a:t> = closure({S’→</a:t>
            </a:r>
            <a:r>
              <a:rPr lang="en-US" altLang="zh-CN" dirty="0">
                <a:sym typeface="Symbol" pitchFamily="18" charset="2"/>
              </a:rPr>
              <a:t>E</a:t>
            </a:r>
            <a:r>
              <a:rPr lang="en-US" altLang="zh-CN" dirty="0"/>
              <a:t>})</a:t>
            </a:r>
          </a:p>
          <a:p>
            <a:r>
              <a:rPr lang="en-US" altLang="zh-CN" dirty="0"/>
              <a:t>    = { S’</a:t>
            </a:r>
            <a:r>
              <a:rPr lang="en-US" altLang="zh-CN" dirty="0">
                <a:sym typeface="Symbol" pitchFamily="18" charset="2"/>
              </a:rPr>
              <a:t>E, E</a:t>
            </a:r>
            <a:r>
              <a:rPr lang="en-US" altLang="zh-CN" dirty="0" err="1">
                <a:sym typeface="Symbol" pitchFamily="18" charset="2"/>
              </a:rPr>
              <a:t>E+T</a:t>
            </a:r>
            <a:r>
              <a:rPr lang="en-US" altLang="zh-CN" dirty="0">
                <a:sym typeface="Symbol" pitchFamily="18" charset="2"/>
              </a:rPr>
              <a:t>, ET, TT*F,  TF, F(E), F </a:t>
            </a:r>
            <a:r>
              <a:rPr lang="en-US" altLang="zh-CN" dirty="0" err="1">
                <a:sym typeface="Symbol" pitchFamily="18" charset="2"/>
              </a:rPr>
              <a:t>i</a:t>
            </a:r>
            <a:r>
              <a:rPr lang="en-US" altLang="zh-CN" dirty="0">
                <a:sym typeface="Symbol" pitchFamily="18" charset="2"/>
              </a:rPr>
              <a:t> }</a:t>
            </a:r>
          </a:p>
          <a:p>
            <a:r>
              <a:rPr lang="en-US" altLang="zh-CN" dirty="0">
                <a:sym typeface="Symbol" pitchFamily="18" charset="2"/>
              </a:rPr>
              <a:t>go(</a:t>
            </a:r>
            <a:r>
              <a:rPr lang="en-US" altLang="zh-CN" dirty="0"/>
              <a:t>I</a:t>
            </a:r>
            <a:r>
              <a:rPr lang="en-US" altLang="zh-CN" baseline="-25000" dirty="0"/>
              <a:t>0</a:t>
            </a:r>
            <a:r>
              <a:rPr lang="en-US" altLang="zh-CN" dirty="0">
                <a:sym typeface="Symbol" pitchFamily="18" charset="2"/>
              </a:rPr>
              <a:t>,E) = { S’E, EE+T } = I</a:t>
            </a:r>
            <a:r>
              <a:rPr lang="en-US" altLang="zh-CN" baseline="-25000" dirty="0">
                <a:sym typeface="Symbol" pitchFamily="18" charset="2"/>
              </a:rPr>
              <a:t>1</a:t>
            </a:r>
          </a:p>
          <a:p>
            <a:r>
              <a:rPr lang="en-US" altLang="zh-CN" dirty="0">
                <a:sym typeface="Symbol" pitchFamily="18" charset="2"/>
              </a:rPr>
              <a:t>go(</a:t>
            </a:r>
            <a:r>
              <a:rPr lang="en-US" altLang="zh-CN" dirty="0"/>
              <a:t>I</a:t>
            </a:r>
            <a:r>
              <a:rPr lang="en-US" altLang="zh-CN" baseline="-25000" dirty="0"/>
              <a:t>0</a:t>
            </a:r>
            <a:r>
              <a:rPr lang="en-US" altLang="zh-CN" dirty="0">
                <a:sym typeface="Symbol" pitchFamily="18" charset="2"/>
              </a:rPr>
              <a:t>,T) = { ET, TT*F } = I</a:t>
            </a:r>
            <a:r>
              <a:rPr lang="en-US" altLang="zh-CN" baseline="-25000" dirty="0">
                <a:sym typeface="Symbol" pitchFamily="18" charset="2"/>
              </a:rPr>
              <a:t>2</a:t>
            </a:r>
          </a:p>
          <a:p>
            <a:r>
              <a:rPr lang="en-US" altLang="zh-CN" dirty="0">
                <a:sym typeface="Symbol" pitchFamily="18" charset="2"/>
              </a:rPr>
              <a:t>go(</a:t>
            </a:r>
            <a:r>
              <a:rPr lang="en-US" altLang="zh-CN" dirty="0"/>
              <a:t>I</a:t>
            </a:r>
            <a:r>
              <a:rPr lang="en-US" altLang="zh-CN" baseline="-25000" dirty="0"/>
              <a:t>0</a:t>
            </a:r>
            <a:r>
              <a:rPr lang="en-US" altLang="zh-CN" dirty="0">
                <a:sym typeface="Symbol" pitchFamily="18" charset="2"/>
              </a:rPr>
              <a:t>,F) = { TF } = I</a:t>
            </a:r>
            <a:r>
              <a:rPr lang="en-US" altLang="zh-CN" baseline="-25000" dirty="0">
                <a:sym typeface="Symbol" pitchFamily="18" charset="2"/>
              </a:rPr>
              <a:t>3</a:t>
            </a:r>
          </a:p>
          <a:p>
            <a:r>
              <a:rPr lang="en-US" altLang="zh-CN" dirty="0">
                <a:sym typeface="Symbol" pitchFamily="18" charset="2"/>
              </a:rPr>
              <a:t>go(</a:t>
            </a:r>
            <a:r>
              <a:rPr lang="en-US" altLang="zh-CN" dirty="0"/>
              <a:t>I</a:t>
            </a:r>
            <a:r>
              <a:rPr lang="en-US" altLang="zh-CN" baseline="-25000" dirty="0"/>
              <a:t>0</a:t>
            </a:r>
            <a:r>
              <a:rPr lang="en-US" altLang="zh-CN" dirty="0">
                <a:sym typeface="Symbol" pitchFamily="18" charset="2"/>
              </a:rPr>
              <a:t>,( ) = { F(E), EE+T, ET, TT*F, TF, F(E), F </a:t>
            </a:r>
            <a:r>
              <a:rPr lang="en-US" altLang="zh-CN" dirty="0" err="1">
                <a:sym typeface="Symbol" pitchFamily="18" charset="2"/>
              </a:rPr>
              <a:t>i</a:t>
            </a:r>
            <a:r>
              <a:rPr lang="en-US" altLang="zh-CN" dirty="0">
                <a:sym typeface="Symbol" pitchFamily="18" charset="2"/>
              </a:rPr>
              <a:t> } = </a:t>
            </a:r>
            <a:r>
              <a:rPr lang="en-US" altLang="zh-CN" dirty="0" err="1">
                <a:sym typeface="Symbol" pitchFamily="18" charset="2"/>
              </a:rPr>
              <a:t>I</a:t>
            </a:r>
            <a:r>
              <a:rPr lang="en-US" altLang="zh-CN" baseline="-25000" dirty="0" err="1">
                <a:sym typeface="Symbol" pitchFamily="18" charset="2"/>
              </a:rPr>
              <a:t>4</a:t>
            </a:r>
            <a:endParaRPr lang="en-US" altLang="zh-CN" baseline="-25000" dirty="0">
              <a:sym typeface="Symbol" pitchFamily="18" charset="2"/>
            </a:endParaRPr>
          </a:p>
          <a:p>
            <a:r>
              <a:rPr lang="en-US" altLang="zh-CN" dirty="0">
                <a:sym typeface="Symbol" pitchFamily="18" charset="2"/>
              </a:rPr>
              <a:t>go(</a:t>
            </a:r>
            <a:r>
              <a:rPr lang="en-US" altLang="zh-CN" dirty="0" err="1"/>
              <a:t>I</a:t>
            </a:r>
            <a:r>
              <a:rPr lang="en-US" altLang="zh-CN" baseline="-25000" dirty="0" err="1"/>
              <a:t>0</a:t>
            </a:r>
            <a:r>
              <a:rPr lang="en-US" altLang="zh-CN" dirty="0" err="1">
                <a:sym typeface="Symbol" pitchFamily="18" charset="2"/>
              </a:rPr>
              <a:t>,i</a:t>
            </a:r>
            <a:r>
              <a:rPr lang="en-US" altLang="zh-CN" dirty="0">
                <a:sym typeface="Symbol" pitchFamily="18" charset="2"/>
              </a:rPr>
              <a:t>) = { F </a:t>
            </a:r>
            <a:r>
              <a:rPr lang="en-US" altLang="zh-CN" dirty="0" err="1">
                <a:sym typeface="Symbol" pitchFamily="18" charset="2"/>
              </a:rPr>
              <a:t>i</a:t>
            </a:r>
            <a:r>
              <a:rPr lang="en-US" altLang="zh-CN" dirty="0">
                <a:sym typeface="Symbol" pitchFamily="18" charset="2"/>
              </a:rPr>
              <a:t> } = </a:t>
            </a:r>
            <a:r>
              <a:rPr lang="en-US" altLang="zh-CN" dirty="0" err="1">
                <a:sym typeface="Symbol" pitchFamily="18" charset="2"/>
              </a:rPr>
              <a:t>I</a:t>
            </a:r>
            <a:r>
              <a:rPr lang="en-US" altLang="zh-CN" baseline="-25000" dirty="0" err="1">
                <a:sym typeface="Symbol" pitchFamily="18" charset="2"/>
              </a:rPr>
              <a:t>5</a:t>
            </a:r>
            <a:endParaRPr lang="en-US" altLang="zh-CN" baseline="-25000" dirty="0">
              <a:sym typeface="Symbol" pitchFamily="18" charset="2"/>
            </a:endParaRPr>
          </a:p>
        </p:txBody>
      </p:sp>
      <p:sp>
        <p:nvSpPr>
          <p:cNvPr id="2" name="标题 1"/>
          <p:cNvSpPr>
            <a:spLocks noGrp="1"/>
          </p:cNvSpPr>
          <p:nvPr>
            <p:ph type="title"/>
          </p:nvPr>
        </p:nvSpPr>
        <p:spPr/>
        <p:txBody>
          <a:bodyPr/>
          <a:lstStyle/>
          <a:p>
            <a:r>
              <a:rPr lang="zh-CN" altLang="en-US" dirty="0"/>
              <a:t>项目集规范族</a:t>
            </a:r>
            <a:endParaRPr lang="en-US" dirty="0"/>
          </a:p>
        </p:txBody>
      </p:sp>
    </p:spTree>
    <p:extLst>
      <p:ext uri="{BB962C8B-B14F-4D97-AF65-F5344CB8AC3E}">
        <p14:creationId xmlns:p14="http://schemas.microsoft.com/office/powerpoint/2010/main" val="83165651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06562">
                                            <p:txEl>
                                              <p:pRg st="0" end="0"/>
                                            </p:txEl>
                                          </p:spTgt>
                                        </p:tgtEl>
                                        <p:attrNameLst>
                                          <p:attrName>style.visibility</p:attrName>
                                        </p:attrNameLst>
                                      </p:cBhvr>
                                      <p:to>
                                        <p:strVal val="visible"/>
                                      </p:to>
                                    </p:set>
                                    <p:animEffect transition="in" filter="fade">
                                      <p:cBhvr>
                                        <p:cTn id="7" dur="500"/>
                                        <p:tgtEl>
                                          <p:spTgt spid="7065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06562">
                                            <p:txEl>
                                              <p:pRg st="1" end="1"/>
                                            </p:txEl>
                                          </p:spTgt>
                                        </p:tgtEl>
                                        <p:attrNameLst>
                                          <p:attrName>style.visibility</p:attrName>
                                        </p:attrNameLst>
                                      </p:cBhvr>
                                      <p:to>
                                        <p:strVal val="visible"/>
                                      </p:to>
                                    </p:set>
                                    <p:animEffect transition="in" filter="fade">
                                      <p:cBhvr>
                                        <p:cTn id="12" dur="500"/>
                                        <p:tgtEl>
                                          <p:spTgt spid="70656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06562">
                                            <p:txEl>
                                              <p:pRg st="2" end="2"/>
                                            </p:txEl>
                                          </p:spTgt>
                                        </p:tgtEl>
                                        <p:attrNameLst>
                                          <p:attrName>style.visibility</p:attrName>
                                        </p:attrNameLst>
                                      </p:cBhvr>
                                      <p:to>
                                        <p:strVal val="visible"/>
                                      </p:to>
                                    </p:set>
                                    <p:animEffect transition="in" filter="fade">
                                      <p:cBhvr>
                                        <p:cTn id="17" dur="500"/>
                                        <p:tgtEl>
                                          <p:spTgt spid="70656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06562">
                                            <p:txEl>
                                              <p:pRg st="3" end="3"/>
                                            </p:txEl>
                                          </p:spTgt>
                                        </p:tgtEl>
                                        <p:attrNameLst>
                                          <p:attrName>style.visibility</p:attrName>
                                        </p:attrNameLst>
                                      </p:cBhvr>
                                      <p:to>
                                        <p:strVal val="visible"/>
                                      </p:to>
                                    </p:set>
                                    <p:animEffect transition="in" filter="fade">
                                      <p:cBhvr>
                                        <p:cTn id="22" dur="500"/>
                                        <p:tgtEl>
                                          <p:spTgt spid="70656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06562">
                                            <p:txEl>
                                              <p:pRg st="4" end="4"/>
                                            </p:txEl>
                                          </p:spTgt>
                                        </p:tgtEl>
                                        <p:attrNameLst>
                                          <p:attrName>style.visibility</p:attrName>
                                        </p:attrNameLst>
                                      </p:cBhvr>
                                      <p:to>
                                        <p:strVal val="visible"/>
                                      </p:to>
                                    </p:set>
                                    <p:animEffect transition="in" filter="fade">
                                      <p:cBhvr>
                                        <p:cTn id="27" dur="500"/>
                                        <p:tgtEl>
                                          <p:spTgt spid="70656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06562">
                                            <p:txEl>
                                              <p:pRg st="5" end="5"/>
                                            </p:txEl>
                                          </p:spTgt>
                                        </p:tgtEl>
                                        <p:attrNameLst>
                                          <p:attrName>style.visibility</p:attrName>
                                        </p:attrNameLst>
                                      </p:cBhvr>
                                      <p:to>
                                        <p:strVal val="visible"/>
                                      </p:to>
                                    </p:set>
                                    <p:animEffect transition="in" filter="fade">
                                      <p:cBhvr>
                                        <p:cTn id="32" dur="500"/>
                                        <p:tgtEl>
                                          <p:spTgt spid="70656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06562">
                                            <p:txEl>
                                              <p:pRg st="6" end="6"/>
                                            </p:txEl>
                                          </p:spTgt>
                                        </p:tgtEl>
                                        <p:attrNameLst>
                                          <p:attrName>style.visibility</p:attrName>
                                        </p:attrNameLst>
                                      </p:cBhvr>
                                      <p:to>
                                        <p:strVal val="visible"/>
                                      </p:to>
                                    </p:set>
                                    <p:animEffect transition="in" filter="fade">
                                      <p:cBhvr>
                                        <p:cTn id="37" dur="500"/>
                                        <p:tgtEl>
                                          <p:spTgt spid="70656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06562">
                                            <p:txEl>
                                              <p:pRg st="7" end="7"/>
                                            </p:txEl>
                                          </p:spTgt>
                                        </p:tgtEl>
                                        <p:attrNameLst>
                                          <p:attrName>style.visibility</p:attrName>
                                        </p:attrNameLst>
                                      </p:cBhvr>
                                      <p:to>
                                        <p:strVal val="visible"/>
                                      </p:to>
                                    </p:set>
                                    <p:animEffect transition="in" filter="fade">
                                      <p:cBhvr>
                                        <p:cTn id="42" dur="500"/>
                                        <p:tgtEl>
                                          <p:spTgt spid="70656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62" grpId="0" build="p"/>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7586" name="Rectangle 2"/>
          <p:cNvSpPr>
            <a:spLocks noGrp="1" noChangeArrowheads="1"/>
          </p:cNvSpPr>
          <p:nvPr>
            <p:ph idx="1"/>
          </p:nvPr>
        </p:nvSpPr>
        <p:spPr/>
        <p:txBody>
          <a:bodyPr>
            <a:normAutofit/>
          </a:bodyPr>
          <a:lstStyle/>
          <a:p>
            <a:r>
              <a:rPr lang="en-US" altLang="zh-CN"/>
              <a:t>go(</a:t>
            </a:r>
            <a:r>
              <a:rPr lang="en-US" altLang="zh-CN">
                <a:sym typeface="Symbol" pitchFamily="18" charset="2"/>
              </a:rPr>
              <a:t>I</a:t>
            </a:r>
            <a:r>
              <a:rPr lang="en-US" altLang="zh-CN" baseline="-25000">
                <a:sym typeface="Symbol" pitchFamily="18" charset="2"/>
              </a:rPr>
              <a:t>1</a:t>
            </a:r>
            <a:r>
              <a:rPr lang="en-US" altLang="zh-CN"/>
              <a:t>,+) = { </a:t>
            </a:r>
            <a:r>
              <a:rPr lang="en-US" altLang="zh-CN">
                <a:sym typeface="Symbol" pitchFamily="18" charset="2"/>
              </a:rPr>
              <a:t>EE+T, TT*F, TF, F(E), F i } = I</a:t>
            </a:r>
            <a:r>
              <a:rPr lang="en-US" altLang="zh-CN" baseline="-25000">
                <a:sym typeface="Symbol" pitchFamily="18" charset="2"/>
              </a:rPr>
              <a:t>6</a:t>
            </a:r>
            <a:r>
              <a:rPr lang="en-US" altLang="zh-CN">
                <a:sym typeface="Symbol" pitchFamily="18" charset="2"/>
              </a:rPr>
              <a:t> </a:t>
            </a:r>
          </a:p>
          <a:p>
            <a:r>
              <a:rPr lang="en-US" altLang="zh-CN">
                <a:sym typeface="Symbol" pitchFamily="18" charset="2"/>
              </a:rPr>
              <a:t>go(I</a:t>
            </a:r>
            <a:r>
              <a:rPr lang="en-US" altLang="zh-CN" baseline="-25000">
                <a:sym typeface="Symbol" pitchFamily="18" charset="2"/>
              </a:rPr>
              <a:t>2</a:t>
            </a:r>
            <a:r>
              <a:rPr lang="en-US" altLang="zh-CN">
                <a:sym typeface="Symbol" pitchFamily="18" charset="2"/>
              </a:rPr>
              <a:t>,*) = { TT*F, F(E), F i } = I</a:t>
            </a:r>
            <a:r>
              <a:rPr lang="en-US" altLang="zh-CN" baseline="-25000">
                <a:sym typeface="Symbol" pitchFamily="18" charset="2"/>
              </a:rPr>
              <a:t>7</a:t>
            </a:r>
          </a:p>
          <a:p>
            <a:r>
              <a:rPr lang="en-US" altLang="zh-CN">
                <a:sym typeface="Symbol" pitchFamily="18" charset="2"/>
              </a:rPr>
              <a:t>go(I</a:t>
            </a:r>
            <a:r>
              <a:rPr lang="en-US" altLang="zh-CN" baseline="-25000">
                <a:sym typeface="Symbol" pitchFamily="18" charset="2"/>
              </a:rPr>
              <a:t>4</a:t>
            </a:r>
            <a:r>
              <a:rPr lang="en-US" altLang="zh-CN">
                <a:sym typeface="Symbol" pitchFamily="18" charset="2"/>
              </a:rPr>
              <a:t>,E) = { F(E), EE+T } = I</a:t>
            </a:r>
            <a:r>
              <a:rPr lang="en-US" altLang="zh-CN" baseline="-25000">
                <a:sym typeface="Symbol" pitchFamily="18" charset="2"/>
              </a:rPr>
              <a:t>8</a:t>
            </a:r>
          </a:p>
          <a:p>
            <a:r>
              <a:rPr lang="en-US" altLang="zh-CN">
                <a:sym typeface="Symbol" pitchFamily="18" charset="2"/>
              </a:rPr>
              <a:t>go(I</a:t>
            </a:r>
            <a:r>
              <a:rPr lang="en-US" altLang="zh-CN" baseline="-25000">
                <a:sym typeface="Symbol" pitchFamily="18" charset="2"/>
              </a:rPr>
              <a:t>4</a:t>
            </a:r>
            <a:r>
              <a:rPr lang="en-US" altLang="zh-CN">
                <a:sym typeface="Symbol" pitchFamily="18" charset="2"/>
              </a:rPr>
              <a:t>,T) = { … } = I</a:t>
            </a:r>
            <a:r>
              <a:rPr lang="en-US" altLang="zh-CN" baseline="-25000">
                <a:sym typeface="Symbol" pitchFamily="18" charset="2"/>
              </a:rPr>
              <a:t>2</a:t>
            </a:r>
          </a:p>
          <a:p>
            <a:r>
              <a:rPr lang="en-US" altLang="zh-CN">
                <a:sym typeface="Symbol" pitchFamily="18" charset="2"/>
              </a:rPr>
              <a:t>go(</a:t>
            </a:r>
            <a:r>
              <a:rPr lang="en-US" altLang="zh-CN"/>
              <a:t>I</a:t>
            </a:r>
            <a:r>
              <a:rPr lang="en-US" altLang="zh-CN" baseline="-25000"/>
              <a:t>4</a:t>
            </a:r>
            <a:r>
              <a:rPr lang="en-US" altLang="zh-CN">
                <a:sym typeface="Symbol" pitchFamily="18" charset="2"/>
              </a:rPr>
              <a:t>,F) = { … } = I</a:t>
            </a:r>
            <a:r>
              <a:rPr lang="en-US" altLang="zh-CN" baseline="-25000">
                <a:sym typeface="Symbol" pitchFamily="18" charset="2"/>
              </a:rPr>
              <a:t>3</a:t>
            </a:r>
          </a:p>
          <a:p>
            <a:r>
              <a:rPr lang="en-US" altLang="zh-CN">
                <a:sym typeface="Symbol" pitchFamily="18" charset="2"/>
              </a:rPr>
              <a:t>go(</a:t>
            </a:r>
            <a:r>
              <a:rPr lang="en-US" altLang="zh-CN"/>
              <a:t>I</a:t>
            </a:r>
            <a:r>
              <a:rPr lang="en-US" altLang="zh-CN" baseline="-25000"/>
              <a:t>4</a:t>
            </a:r>
            <a:r>
              <a:rPr lang="en-US" altLang="zh-CN">
                <a:sym typeface="Symbol" pitchFamily="18" charset="2"/>
              </a:rPr>
              <a:t>,() = { … } = I</a:t>
            </a:r>
            <a:r>
              <a:rPr lang="en-US" altLang="zh-CN" baseline="-25000">
                <a:sym typeface="Symbol" pitchFamily="18" charset="2"/>
              </a:rPr>
              <a:t>4</a:t>
            </a:r>
          </a:p>
          <a:p>
            <a:r>
              <a:rPr lang="en-US" altLang="zh-CN">
                <a:sym typeface="Symbol" pitchFamily="18" charset="2"/>
              </a:rPr>
              <a:t>go(</a:t>
            </a:r>
            <a:r>
              <a:rPr lang="en-US" altLang="zh-CN"/>
              <a:t>I</a:t>
            </a:r>
            <a:r>
              <a:rPr lang="en-US" altLang="zh-CN" baseline="-25000"/>
              <a:t>4</a:t>
            </a:r>
            <a:r>
              <a:rPr lang="en-US" altLang="zh-CN">
                <a:sym typeface="Symbol" pitchFamily="18" charset="2"/>
              </a:rPr>
              <a:t>,i) = { … } = I</a:t>
            </a:r>
            <a:r>
              <a:rPr lang="en-US" altLang="zh-CN" baseline="-25000">
                <a:sym typeface="Symbol" pitchFamily="18" charset="2"/>
              </a:rPr>
              <a:t>5</a:t>
            </a:r>
            <a:endParaRPr lang="en-US" altLang="zh-CN" baseline="-25000" dirty="0">
              <a:sym typeface="Symbol" pitchFamily="18" charset="2"/>
            </a:endParaRPr>
          </a:p>
        </p:txBody>
      </p:sp>
      <p:sp>
        <p:nvSpPr>
          <p:cNvPr id="2" name="标题 1"/>
          <p:cNvSpPr>
            <a:spLocks noGrp="1"/>
          </p:cNvSpPr>
          <p:nvPr>
            <p:ph type="title"/>
          </p:nvPr>
        </p:nvSpPr>
        <p:spPr/>
        <p:txBody>
          <a:bodyPr/>
          <a:lstStyle/>
          <a:p>
            <a:r>
              <a:rPr lang="zh-CN" altLang="en-US" dirty="0"/>
              <a:t>项目集规范族</a:t>
            </a:r>
            <a:endParaRPr lang="en-US" dirty="0"/>
          </a:p>
        </p:txBody>
      </p:sp>
    </p:spTree>
    <p:extLst>
      <p:ext uri="{BB962C8B-B14F-4D97-AF65-F5344CB8AC3E}">
        <p14:creationId xmlns:p14="http://schemas.microsoft.com/office/powerpoint/2010/main" val="371759292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07586">
                                            <p:txEl>
                                              <p:pRg st="0" end="0"/>
                                            </p:txEl>
                                          </p:spTgt>
                                        </p:tgtEl>
                                        <p:attrNameLst>
                                          <p:attrName>style.visibility</p:attrName>
                                        </p:attrNameLst>
                                      </p:cBhvr>
                                      <p:to>
                                        <p:strVal val="visible"/>
                                      </p:to>
                                    </p:set>
                                    <p:anim calcmode="lin" valueType="num">
                                      <p:cBhvr additive="base">
                                        <p:cTn id="7" dur="500" fill="hold"/>
                                        <p:tgtEl>
                                          <p:spTgt spid="70758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0758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07586">
                                            <p:txEl>
                                              <p:pRg st="1" end="1"/>
                                            </p:txEl>
                                          </p:spTgt>
                                        </p:tgtEl>
                                        <p:attrNameLst>
                                          <p:attrName>style.visibility</p:attrName>
                                        </p:attrNameLst>
                                      </p:cBhvr>
                                      <p:to>
                                        <p:strVal val="visible"/>
                                      </p:to>
                                    </p:set>
                                    <p:anim calcmode="lin" valueType="num">
                                      <p:cBhvr additive="base">
                                        <p:cTn id="13" dur="500" fill="hold"/>
                                        <p:tgtEl>
                                          <p:spTgt spid="70758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075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07586">
                                            <p:txEl>
                                              <p:pRg st="2" end="2"/>
                                            </p:txEl>
                                          </p:spTgt>
                                        </p:tgtEl>
                                        <p:attrNameLst>
                                          <p:attrName>style.visibility</p:attrName>
                                        </p:attrNameLst>
                                      </p:cBhvr>
                                      <p:to>
                                        <p:strVal val="visible"/>
                                      </p:to>
                                    </p:set>
                                    <p:anim calcmode="lin" valueType="num">
                                      <p:cBhvr additive="base">
                                        <p:cTn id="19" dur="500" fill="hold"/>
                                        <p:tgtEl>
                                          <p:spTgt spid="70758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0758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707586">
                                            <p:txEl>
                                              <p:pRg st="3" end="3"/>
                                            </p:txEl>
                                          </p:spTgt>
                                        </p:tgtEl>
                                        <p:attrNameLst>
                                          <p:attrName>style.visibility</p:attrName>
                                        </p:attrNameLst>
                                      </p:cBhvr>
                                      <p:to>
                                        <p:strVal val="visible"/>
                                      </p:to>
                                    </p:set>
                                    <p:anim calcmode="lin" valueType="num">
                                      <p:cBhvr additive="base">
                                        <p:cTn id="25" dur="500" fill="hold"/>
                                        <p:tgtEl>
                                          <p:spTgt spid="70758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0758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707586">
                                            <p:txEl>
                                              <p:pRg st="4" end="4"/>
                                            </p:txEl>
                                          </p:spTgt>
                                        </p:tgtEl>
                                        <p:attrNameLst>
                                          <p:attrName>style.visibility</p:attrName>
                                        </p:attrNameLst>
                                      </p:cBhvr>
                                      <p:to>
                                        <p:strVal val="visible"/>
                                      </p:to>
                                    </p:set>
                                    <p:anim calcmode="lin" valueType="num">
                                      <p:cBhvr additive="base">
                                        <p:cTn id="31" dur="500" fill="hold"/>
                                        <p:tgtEl>
                                          <p:spTgt spid="70758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0758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707586">
                                            <p:txEl>
                                              <p:pRg st="5" end="5"/>
                                            </p:txEl>
                                          </p:spTgt>
                                        </p:tgtEl>
                                        <p:attrNameLst>
                                          <p:attrName>style.visibility</p:attrName>
                                        </p:attrNameLst>
                                      </p:cBhvr>
                                      <p:to>
                                        <p:strVal val="visible"/>
                                      </p:to>
                                    </p:set>
                                    <p:anim calcmode="lin" valueType="num">
                                      <p:cBhvr additive="base">
                                        <p:cTn id="37" dur="500" fill="hold"/>
                                        <p:tgtEl>
                                          <p:spTgt spid="70758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0758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707586">
                                            <p:txEl>
                                              <p:pRg st="6" end="6"/>
                                            </p:txEl>
                                          </p:spTgt>
                                        </p:tgtEl>
                                        <p:attrNameLst>
                                          <p:attrName>style.visibility</p:attrName>
                                        </p:attrNameLst>
                                      </p:cBhvr>
                                      <p:to>
                                        <p:strVal val="visible"/>
                                      </p:to>
                                    </p:set>
                                    <p:anim calcmode="lin" valueType="num">
                                      <p:cBhvr additive="base">
                                        <p:cTn id="43" dur="500" fill="hold"/>
                                        <p:tgtEl>
                                          <p:spTgt spid="707586">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0758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8610" name="Rectangle 2"/>
          <p:cNvSpPr>
            <a:spLocks noGrp="1" noChangeArrowheads="1"/>
          </p:cNvSpPr>
          <p:nvPr>
            <p:ph idx="1"/>
          </p:nvPr>
        </p:nvSpPr>
        <p:spPr/>
        <p:txBody>
          <a:bodyPr>
            <a:normAutofit/>
          </a:bodyPr>
          <a:lstStyle/>
          <a:p>
            <a:r>
              <a:rPr lang="en-US" altLang="zh-CN" dirty="0">
                <a:sym typeface="Symbol" pitchFamily="18" charset="2"/>
              </a:rPr>
              <a:t>go(I</a:t>
            </a:r>
            <a:r>
              <a:rPr lang="en-US" altLang="zh-CN" baseline="-25000" dirty="0">
                <a:sym typeface="Symbol" pitchFamily="18" charset="2"/>
              </a:rPr>
              <a:t>6</a:t>
            </a:r>
            <a:r>
              <a:rPr lang="en-US" altLang="zh-CN" dirty="0">
                <a:sym typeface="Symbol" pitchFamily="18" charset="2"/>
              </a:rPr>
              <a:t>,T) = { EE+T, TT*F } = I</a:t>
            </a:r>
            <a:r>
              <a:rPr lang="en-US" altLang="zh-CN" baseline="-25000" dirty="0">
                <a:sym typeface="Symbol" pitchFamily="18" charset="2"/>
              </a:rPr>
              <a:t>9</a:t>
            </a:r>
          </a:p>
          <a:p>
            <a:r>
              <a:rPr lang="en-US" altLang="zh-CN" dirty="0">
                <a:sym typeface="Symbol" pitchFamily="18" charset="2"/>
              </a:rPr>
              <a:t>go(</a:t>
            </a:r>
            <a:r>
              <a:rPr lang="en-US" altLang="zh-CN" dirty="0"/>
              <a:t>I</a:t>
            </a:r>
            <a:r>
              <a:rPr lang="en-US" altLang="zh-CN" baseline="-25000" dirty="0"/>
              <a:t>6</a:t>
            </a:r>
            <a:r>
              <a:rPr lang="en-US" altLang="zh-CN" dirty="0">
                <a:sym typeface="Symbol" pitchFamily="18" charset="2"/>
              </a:rPr>
              <a:t>,F) = { … } = I</a:t>
            </a:r>
            <a:r>
              <a:rPr lang="en-US" altLang="zh-CN" baseline="-25000" dirty="0">
                <a:sym typeface="Symbol" pitchFamily="18" charset="2"/>
              </a:rPr>
              <a:t>3</a:t>
            </a:r>
          </a:p>
          <a:p>
            <a:r>
              <a:rPr lang="en-US" altLang="zh-CN" dirty="0">
                <a:sym typeface="Symbol" pitchFamily="18" charset="2"/>
              </a:rPr>
              <a:t>go(</a:t>
            </a:r>
            <a:r>
              <a:rPr lang="en-US" altLang="zh-CN" dirty="0"/>
              <a:t>I</a:t>
            </a:r>
            <a:r>
              <a:rPr lang="en-US" altLang="zh-CN" baseline="-25000" dirty="0"/>
              <a:t>6</a:t>
            </a:r>
            <a:r>
              <a:rPr lang="en-US" altLang="zh-CN" dirty="0">
                <a:sym typeface="Symbol" pitchFamily="18" charset="2"/>
              </a:rPr>
              <a:t>,() = { … } = I</a:t>
            </a:r>
            <a:r>
              <a:rPr lang="en-US" altLang="zh-CN" baseline="-25000" dirty="0">
                <a:sym typeface="Symbol" pitchFamily="18" charset="2"/>
              </a:rPr>
              <a:t>4</a:t>
            </a:r>
          </a:p>
          <a:p>
            <a:r>
              <a:rPr lang="en-US" altLang="zh-CN" dirty="0">
                <a:sym typeface="Symbol" pitchFamily="18" charset="2"/>
              </a:rPr>
              <a:t>go(</a:t>
            </a:r>
            <a:r>
              <a:rPr lang="en-US" altLang="zh-CN" dirty="0"/>
              <a:t>I</a:t>
            </a:r>
            <a:r>
              <a:rPr lang="en-US" altLang="zh-CN" baseline="-25000" dirty="0"/>
              <a:t>6</a:t>
            </a:r>
            <a:r>
              <a:rPr lang="en-US" altLang="zh-CN" dirty="0">
                <a:sym typeface="Symbol" pitchFamily="18" charset="2"/>
              </a:rPr>
              <a:t>,i) = { …} = I</a:t>
            </a:r>
            <a:r>
              <a:rPr lang="en-US" altLang="zh-CN" baseline="-25000" dirty="0">
                <a:sym typeface="Symbol" pitchFamily="18" charset="2"/>
              </a:rPr>
              <a:t>5</a:t>
            </a:r>
          </a:p>
          <a:p>
            <a:r>
              <a:rPr lang="en-US" altLang="zh-CN" dirty="0">
                <a:sym typeface="Symbol" pitchFamily="18" charset="2"/>
              </a:rPr>
              <a:t>go(I</a:t>
            </a:r>
            <a:r>
              <a:rPr lang="en-US" altLang="zh-CN" baseline="-25000" dirty="0">
                <a:sym typeface="Symbol" pitchFamily="18" charset="2"/>
              </a:rPr>
              <a:t>7</a:t>
            </a:r>
            <a:r>
              <a:rPr lang="en-US" altLang="zh-CN" dirty="0">
                <a:sym typeface="Symbol" pitchFamily="18" charset="2"/>
              </a:rPr>
              <a:t>,F) = { </a:t>
            </a:r>
            <a:r>
              <a:rPr lang="en-US" altLang="zh-CN" dirty="0" err="1">
                <a:sym typeface="Symbol" pitchFamily="18" charset="2"/>
              </a:rPr>
              <a:t>TT</a:t>
            </a:r>
            <a:r>
              <a:rPr lang="en-US" altLang="zh-CN" dirty="0">
                <a:sym typeface="Symbol" pitchFamily="18" charset="2"/>
              </a:rPr>
              <a:t>*F } = I</a:t>
            </a:r>
            <a:r>
              <a:rPr lang="en-US" altLang="zh-CN" baseline="-25000" dirty="0">
                <a:sym typeface="Symbol" pitchFamily="18" charset="2"/>
              </a:rPr>
              <a:t>10</a:t>
            </a:r>
          </a:p>
          <a:p>
            <a:r>
              <a:rPr lang="en-US" altLang="zh-CN" dirty="0">
                <a:sym typeface="Symbol" pitchFamily="18" charset="2"/>
              </a:rPr>
              <a:t>go(</a:t>
            </a:r>
            <a:r>
              <a:rPr lang="en-US" altLang="zh-CN" dirty="0"/>
              <a:t>I</a:t>
            </a:r>
            <a:r>
              <a:rPr lang="en-US" altLang="zh-CN" baseline="-25000" dirty="0"/>
              <a:t>7</a:t>
            </a:r>
            <a:r>
              <a:rPr lang="en-US" altLang="zh-CN" dirty="0">
                <a:sym typeface="Symbol" pitchFamily="18" charset="2"/>
              </a:rPr>
              <a:t>,() = { … } = I</a:t>
            </a:r>
            <a:r>
              <a:rPr lang="en-US" altLang="zh-CN" baseline="-25000" dirty="0">
                <a:sym typeface="Symbol" pitchFamily="18" charset="2"/>
              </a:rPr>
              <a:t>4</a:t>
            </a:r>
          </a:p>
          <a:p>
            <a:r>
              <a:rPr lang="en-US" altLang="zh-CN" dirty="0">
                <a:sym typeface="Symbol" pitchFamily="18" charset="2"/>
              </a:rPr>
              <a:t>go(</a:t>
            </a:r>
            <a:r>
              <a:rPr lang="en-US" altLang="zh-CN" dirty="0"/>
              <a:t>I</a:t>
            </a:r>
            <a:r>
              <a:rPr lang="en-US" altLang="zh-CN" baseline="-25000" dirty="0"/>
              <a:t>7</a:t>
            </a:r>
            <a:r>
              <a:rPr lang="en-US" altLang="zh-CN" dirty="0">
                <a:sym typeface="Symbol" pitchFamily="18" charset="2"/>
              </a:rPr>
              <a:t>,i) = { … } = I</a:t>
            </a:r>
            <a:r>
              <a:rPr lang="en-US" altLang="zh-CN" baseline="-25000" dirty="0">
                <a:sym typeface="Symbol" pitchFamily="18" charset="2"/>
              </a:rPr>
              <a:t>5</a:t>
            </a:r>
          </a:p>
        </p:txBody>
      </p:sp>
      <p:sp>
        <p:nvSpPr>
          <p:cNvPr id="2" name="标题 1"/>
          <p:cNvSpPr>
            <a:spLocks noGrp="1"/>
          </p:cNvSpPr>
          <p:nvPr>
            <p:ph type="title"/>
          </p:nvPr>
        </p:nvSpPr>
        <p:spPr/>
        <p:txBody>
          <a:bodyPr/>
          <a:lstStyle/>
          <a:p>
            <a:r>
              <a:rPr lang="zh-CN" altLang="en-US" dirty="0"/>
              <a:t>项目集规范族</a:t>
            </a:r>
            <a:endParaRPr lang="en-US" dirty="0"/>
          </a:p>
        </p:txBody>
      </p:sp>
    </p:spTree>
    <p:extLst>
      <p:ext uri="{BB962C8B-B14F-4D97-AF65-F5344CB8AC3E}">
        <p14:creationId xmlns:p14="http://schemas.microsoft.com/office/powerpoint/2010/main" val="204683185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08610">
                                            <p:txEl>
                                              <p:pRg st="0" end="0"/>
                                            </p:txEl>
                                          </p:spTgt>
                                        </p:tgtEl>
                                        <p:attrNameLst>
                                          <p:attrName>style.visibility</p:attrName>
                                        </p:attrNameLst>
                                      </p:cBhvr>
                                      <p:to>
                                        <p:strVal val="visible"/>
                                      </p:to>
                                    </p:set>
                                    <p:anim calcmode="lin" valueType="num">
                                      <p:cBhvr additive="base">
                                        <p:cTn id="7" dur="500" fill="hold"/>
                                        <p:tgtEl>
                                          <p:spTgt spid="7086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086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08610">
                                            <p:txEl>
                                              <p:pRg st="1" end="1"/>
                                            </p:txEl>
                                          </p:spTgt>
                                        </p:tgtEl>
                                        <p:attrNameLst>
                                          <p:attrName>style.visibility</p:attrName>
                                        </p:attrNameLst>
                                      </p:cBhvr>
                                      <p:to>
                                        <p:strVal val="visible"/>
                                      </p:to>
                                    </p:set>
                                    <p:anim calcmode="lin" valueType="num">
                                      <p:cBhvr additive="base">
                                        <p:cTn id="13" dur="500" fill="hold"/>
                                        <p:tgtEl>
                                          <p:spTgt spid="7086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086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08610">
                                            <p:txEl>
                                              <p:pRg st="2" end="2"/>
                                            </p:txEl>
                                          </p:spTgt>
                                        </p:tgtEl>
                                        <p:attrNameLst>
                                          <p:attrName>style.visibility</p:attrName>
                                        </p:attrNameLst>
                                      </p:cBhvr>
                                      <p:to>
                                        <p:strVal val="visible"/>
                                      </p:to>
                                    </p:set>
                                    <p:anim calcmode="lin" valueType="num">
                                      <p:cBhvr additive="base">
                                        <p:cTn id="19" dur="500" fill="hold"/>
                                        <p:tgtEl>
                                          <p:spTgt spid="7086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086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708610">
                                            <p:txEl>
                                              <p:pRg st="3" end="3"/>
                                            </p:txEl>
                                          </p:spTgt>
                                        </p:tgtEl>
                                        <p:attrNameLst>
                                          <p:attrName>style.visibility</p:attrName>
                                        </p:attrNameLst>
                                      </p:cBhvr>
                                      <p:to>
                                        <p:strVal val="visible"/>
                                      </p:to>
                                    </p:set>
                                    <p:anim calcmode="lin" valueType="num">
                                      <p:cBhvr additive="base">
                                        <p:cTn id="25" dur="500" fill="hold"/>
                                        <p:tgtEl>
                                          <p:spTgt spid="70861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086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708610">
                                            <p:txEl>
                                              <p:pRg st="4" end="4"/>
                                            </p:txEl>
                                          </p:spTgt>
                                        </p:tgtEl>
                                        <p:attrNameLst>
                                          <p:attrName>style.visibility</p:attrName>
                                        </p:attrNameLst>
                                      </p:cBhvr>
                                      <p:to>
                                        <p:strVal val="visible"/>
                                      </p:to>
                                    </p:set>
                                    <p:anim calcmode="lin" valueType="num">
                                      <p:cBhvr additive="base">
                                        <p:cTn id="31" dur="500" fill="hold"/>
                                        <p:tgtEl>
                                          <p:spTgt spid="70861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086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708610">
                                            <p:txEl>
                                              <p:pRg st="5" end="5"/>
                                            </p:txEl>
                                          </p:spTgt>
                                        </p:tgtEl>
                                        <p:attrNameLst>
                                          <p:attrName>style.visibility</p:attrName>
                                        </p:attrNameLst>
                                      </p:cBhvr>
                                      <p:to>
                                        <p:strVal val="visible"/>
                                      </p:to>
                                    </p:set>
                                    <p:anim calcmode="lin" valueType="num">
                                      <p:cBhvr additive="base">
                                        <p:cTn id="37" dur="500" fill="hold"/>
                                        <p:tgtEl>
                                          <p:spTgt spid="70861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0861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708610">
                                            <p:txEl>
                                              <p:pRg st="6" end="6"/>
                                            </p:txEl>
                                          </p:spTgt>
                                        </p:tgtEl>
                                        <p:attrNameLst>
                                          <p:attrName>style.visibility</p:attrName>
                                        </p:attrNameLst>
                                      </p:cBhvr>
                                      <p:to>
                                        <p:strVal val="visible"/>
                                      </p:to>
                                    </p:set>
                                    <p:anim calcmode="lin" valueType="num">
                                      <p:cBhvr additive="base">
                                        <p:cTn id="43" dur="500" fill="hold"/>
                                        <p:tgtEl>
                                          <p:spTgt spid="708610">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0861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8610" name="Rectangle 2"/>
          <p:cNvSpPr>
            <a:spLocks noGrp="1" noChangeArrowheads="1"/>
          </p:cNvSpPr>
          <p:nvPr>
            <p:ph idx="1"/>
          </p:nvPr>
        </p:nvSpPr>
        <p:spPr/>
        <p:txBody>
          <a:bodyPr>
            <a:normAutofit/>
          </a:bodyPr>
          <a:lstStyle/>
          <a:p>
            <a:r>
              <a:rPr lang="en-US" altLang="zh-CN" dirty="0">
                <a:sym typeface="Symbol" pitchFamily="18" charset="2"/>
              </a:rPr>
              <a:t>go(I</a:t>
            </a:r>
            <a:r>
              <a:rPr lang="en-US" altLang="zh-CN" baseline="-25000" dirty="0">
                <a:sym typeface="Symbol" pitchFamily="18" charset="2"/>
              </a:rPr>
              <a:t>8</a:t>
            </a:r>
            <a:r>
              <a:rPr lang="en-US" altLang="zh-CN" dirty="0">
                <a:sym typeface="Symbol" pitchFamily="18" charset="2"/>
              </a:rPr>
              <a:t>,) ) = { F(E) } = I</a:t>
            </a:r>
            <a:r>
              <a:rPr lang="en-US" altLang="zh-CN" baseline="-25000" dirty="0">
                <a:sym typeface="Symbol" pitchFamily="18" charset="2"/>
              </a:rPr>
              <a:t>11</a:t>
            </a:r>
          </a:p>
          <a:p>
            <a:r>
              <a:rPr lang="en-US" altLang="zh-CN" dirty="0">
                <a:sym typeface="Symbol" pitchFamily="18" charset="2"/>
              </a:rPr>
              <a:t>go(</a:t>
            </a:r>
            <a:r>
              <a:rPr lang="en-US" altLang="zh-CN" dirty="0"/>
              <a:t>I</a:t>
            </a:r>
            <a:r>
              <a:rPr lang="en-US" altLang="zh-CN" baseline="-25000" dirty="0"/>
              <a:t>8</a:t>
            </a:r>
            <a:r>
              <a:rPr lang="en-US" altLang="zh-CN" dirty="0">
                <a:sym typeface="Symbol" pitchFamily="18" charset="2"/>
              </a:rPr>
              <a:t>,+) = </a:t>
            </a:r>
            <a:r>
              <a:rPr lang="en-US" altLang="zh-CN">
                <a:sym typeface="Symbol" pitchFamily="18" charset="2"/>
              </a:rPr>
              <a:t>{ … } </a:t>
            </a:r>
            <a:r>
              <a:rPr lang="en-US" altLang="zh-CN" dirty="0">
                <a:sym typeface="Symbol" pitchFamily="18" charset="2"/>
              </a:rPr>
              <a:t>= I</a:t>
            </a:r>
            <a:r>
              <a:rPr lang="en-US" altLang="zh-CN" baseline="-25000" dirty="0">
                <a:sym typeface="Symbol" pitchFamily="18" charset="2"/>
              </a:rPr>
              <a:t>6</a:t>
            </a:r>
          </a:p>
          <a:p>
            <a:r>
              <a:rPr lang="en-US" altLang="zh-CN" dirty="0">
                <a:sym typeface="Symbol" pitchFamily="18" charset="2"/>
              </a:rPr>
              <a:t>go(</a:t>
            </a:r>
            <a:r>
              <a:rPr lang="en-US" altLang="zh-CN" dirty="0"/>
              <a:t>I</a:t>
            </a:r>
            <a:r>
              <a:rPr lang="en-US" altLang="zh-CN" baseline="-25000" dirty="0"/>
              <a:t>9</a:t>
            </a:r>
            <a:r>
              <a:rPr lang="en-US" altLang="zh-CN" dirty="0">
                <a:sym typeface="Symbol" pitchFamily="18" charset="2"/>
              </a:rPr>
              <a:t>,*) = </a:t>
            </a:r>
            <a:r>
              <a:rPr lang="en-US" altLang="zh-CN">
                <a:sym typeface="Symbol" pitchFamily="18" charset="2"/>
              </a:rPr>
              <a:t>{ … } </a:t>
            </a:r>
            <a:r>
              <a:rPr lang="en-US" altLang="zh-CN" dirty="0">
                <a:sym typeface="Symbol" pitchFamily="18" charset="2"/>
              </a:rPr>
              <a:t>= I</a:t>
            </a:r>
            <a:r>
              <a:rPr lang="en-US" altLang="zh-CN" baseline="-25000" dirty="0">
                <a:sym typeface="Symbol" pitchFamily="18" charset="2"/>
              </a:rPr>
              <a:t>7</a:t>
            </a:r>
          </a:p>
          <a:p>
            <a:endParaRPr lang="en-US" altLang="zh-CN" dirty="0">
              <a:sym typeface="Symbol" pitchFamily="18" charset="2"/>
            </a:endParaRPr>
          </a:p>
          <a:p>
            <a:r>
              <a:rPr lang="zh-CN" altLang="en-US" dirty="0">
                <a:sym typeface="Symbol" pitchFamily="18" charset="2"/>
              </a:rPr>
              <a:t>结果：</a:t>
            </a:r>
            <a:r>
              <a:rPr lang="en-US" altLang="zh-CN" dirty="0"/>
              <a:t>C = { I</a:t>
            </a:r>
            <a:r>
              <a:rPr lang="en-US" altLang="zh-CN" baseline="-25000" dirty="0"/>
              <a:t>0</a:t>
            </a:r>
            <a:r>
              <a:rPr lang="zh-CN" altLang="en-US" dirty="0"/>
              <a:t>，</a:t>
            </a:r>
            <a:r>
              <a:rPr lang="en-US" altLang="zh-CN" dirty="0"/>
              <a:t>I</a:t>
            </a:r>
            <a:r>
              <a:rPr lang="en-US" altLang="zh-CN" baseline="-25000" dirty="0"/>
              <a:t>1</a:t>
            </a:r>
            <a:r>
              <a:rPr lang="zh-CN" altLang="en-US" dirty="0"/>
              <a:t>，</a:t>
            </a:r>
            <a:r>
              <a:rPr lang="en-US" altLang="zh-CN" dirty="0"/>
              <a:t>I</a:t>
            </a:r>
            <a:r>
              <a:rPr lang="en-US" altLang="zh-CN" baseline="-25000" dirty="0"/>
              <a:t>2</a:t>
            </a:r>
            <a:r>
              <a:rPr lang="zh-CN" altLang="en-US" dirty="0"/>
              <a:t>，</a:t>
            </a:r>
            <a:r>
              <a:rPr lang="en-US" altLang="zh-CN" dirty="0"/>
              <a:t>……</a:t>
            </a:r>
            <a:r>
              <a:rPr lang="zh-CN" altLang="en-US" dirty="0"/>
              <a:t>，</a:t>
            </a:r>
            <a:r>
              <a:rPr lang="en-US" altLang="zh-CN" dirty="0"/>
              <a:t>I</a:t>
            </a:r>
            <a:r>
              <a:rPr lang="en-US" altLang="zh-CN" baseline="-25000" dirty="0"/>
              <a:t>11</a:t>
            </a:r>
            <a:r>
              <a:rPr lang="en-US" altLang="zh-CN" dirty="0"/>
              <a:t> }</a:t>
            </a:r>
            <a:endParaRPr lang="en-US" altLang="zh-CN" dirty="0">
              <a:sym typeface="Symbol" pitchFamily="18" charset="2"/>
            </a:endParaRPr>
          </a:p>
          <a:p>
            <a:endParaRPr lang="en-US" altLang="zh-CN" dirty="0">
              <a:sym typeface="Symbol" pitchFamily="18" charset="2"/>
            </a:endParaRPr>
          </a:p>
        </p:txBody>
      </p:sp>
      <p:sp>
        <p:nvSpPr>
          <p:cNvPr id="2" name="标题 1"/>
          <p:cNvSpPr>
            <a:spLocks noGrp="1"/>
          </p:cNvSpPr>
          <p:nvPr>
            <p:ph type="title"/>
          </p:nvPr>
        </p:nvSpPr>
        <p:spPr/>
        <p:txBody>
          <a:bodyPr/>
          <a:lstStyle/>
          <a:p>
            <a:r>
              <a:rPr lang="zh-CN" altLang="en-US" dirty="0"/>
              <a:t>项目集规范族</a:t>
            </a:r>
            <a:endParaRPr lang="en-US" dirty="0"/>
          </a:p>
        </p:txBody>
      </p:sp>
    </p:spTree>
    <p:extLst>
      <p:ext uri="{BB962C8B-B14F-4D97-AF65-F5344CB8AC3E}">
        <p14:creationId xmlns:p14="http://schemas.microsoft.com/office/powerpoint/2010/main" val="6327457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08610">
                                            <p:txEl>
                                              <p:pRg st="0" end="0"/>
                                            </p:txEl>
                                          </p:spTgt>
                                        </p:tgtEl>
                                        <p:attrNameLst>
                                          <p:attrName>style.visibility</p:attrName>
                                        </p:attrNameLst>
                                      </p:cBhvr>
                                      <p:to>
                                        <p:strVal val="visible"/>
                                      </p:to>
                                    </p:set>
                                    <p:anim calcmode="lin" valueType="num">
                                      <p:cBhvr additive="base">
                                        <p:cTn id="7" dur="500" fill="hold"/>
                                        <p:tgtEl>
                                          <p:spTgt spid="7086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086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08610">
                                            <p:txEl>
                                              <p:pRg st="1" end="1"/>
                                            </p:txEl>
                                          </p:spTgt>
                                        </p:tgtEl>
                                        <p:attrNameLst>
                                          <p:attrName>style.visibility</p:attrName>
                                        </p:attrNameLst>
                                      </p:cBhvr>
                                      <p:to>
                                        <p:strVal val="visible"/>
                                      </p:to>
                                    </p:set>
                                    <p:anim calcmode="lin" valueType="num">
                                      <p:cBhvr additive="base">
                                        <p:cTn id="13" dur="500" fill="hold"/>
                                        <p:tgtEl>
                                          <p:spTgt spid="7086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086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08610">
                                            <p:txEl>
                                              <p:pRg st="2" end="2"/>
                                            </p:txEl>
                                          </p:spTgt>
                                        </p:tgtEl>
                                        <p:attrNameLst>
                                          <p:attrName>style.visibility</p:attrName>
                                        </p:attrNameLst>
                                      </p:cBhvr>
                                      <p:to>
                                        <p:strVal val="visible"/>
                                      </p:to>
                                    </p:set>
                                    <p:anim calcmode="lin" valueType="num">
                                      <p:cBhvr additive="base">
                                        <p:cTn id="19" dur="500" fill="hold"/>
                                        <p:tgtEl>
                                          <p:spTgt spid="7086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086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708610">
                                            <p:txEl>
                                              <p:pRg st="4" end="4"/>
                                            </p:txEl>
                                          </p:spTgt>
                                        </p:tgtEl>
                                        <p:attrNameLst>
                                          <p:attrName>style.visibility</p:attrName>
                                        </p:attrNameLst>
                                      </p:cBhvr>
                                      <p:to>
                                        <p:strVal val="visible"/>
                                      </p:to>
                                    </p:set>
                                    <p:anim calcmode="lin" valueType="num">
                                      <p:cBhvr additive="base">
                                        <p:cTn id="25" dur="500" fill="hold"/>
                                        <p:tgtEl>
                                          <p:spTgt spid="708610">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0861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F229281-CA0D-42C5-ACEC-D85C4EE175F1}"/>
              </a:ext>
            </a:extLst>
          </p:cNvPr>
          <p:cNvSpPr>
            <a:spLocks noGrp="1"/>
          </p:cNvSpPr>
          <p:nvPr>
            <p:ph type="title"/>
          </p:nvPr>
        </p:nvSpPr>
        <p:spPr/>
        <p:txBody>
          <a:bodyPr/>
          <a:lstStyle/>
          <a:p>
            <a:r>
              <a:rPr lang="en-US" altLang="zh-CN"/>
              <a:t>LR(0)</a:t>
            </a:r>
            <a:r>
              <a:rPr lang="zh-CN" altLang="en-US"/>
              <a:t>分析表</a:t>
            </a:r>
          </a:p>
        </p:txBody>
      </p:sp>
      <p:graphicFrame>
        <p:nvGraphicFramePr>
          <p:cNvPr id="6" name="表格 5">
            <a:extLst>
              <a:ext uri="{FF2B5EF4-FFF2-40B4-BE49-F238E27FC236}">
                <a16:creationId xmlns:a16="http://schemas.microsoft.com/office/drawing/2014/main" id="{99AB38C1-97D8-4FBA-ABBE-C30262E177CA}"/>
              </a:ext>
            </a:extLst>
          </p:cNvPr>
          <p:cNvGraphicFramePr>
            <a:graphicFrameLocks noGrp="1"/>
          </p:cNvGraphicFramePr>
          <p:nvPr>
            <p:extLst>
              <p:ext uri="{D42A27DB-BD31-4B8C-83A1-F6EECF244321}">
                <p14:modId xmlns:p14="http://schemas.microsoft.com/office/powerpoint/2010/main" val="3925673479"/>
              </p:ext>
            </p:extLst>
          </p:nvPr>
        </p:nvGraphicFramePr>
        <p:xfrm>
          <a:off x="1562100" y="990600"/>
          <a:ext cx="9067800" cy="5638794"/>
        </p:xfrm>
        <a:graphic>
          <a:graphicData uri="http://schemas.openxmlformats.org/drawingml/2006/table">
            <a:tbl>
              <a:tblPr firstRow="1" bandRow="1">
                <a:tableStyleId>{5C22544A-7EE6-4342-B048-85BDC9FD1C3A}</a:tableStyleId>
              </a:tblPr>
              <a:tblGrid>
                <a:gridCol w="906780">
                  <a:extLst>
                    <a:ext uri="{9D8B030D-6E8A-4147-A177-3AD203B41FA5}">
                      <a16:colId xmlns:a16="http://schemas.microsoft.com/office/drawing/2014/main" val="2476146607"/>
                    </a:ext>
                  </a:extLst>
                </a:gridCol>
                <a:gridCol w="906780">
                  <a:extLst>
                    <a:ext uri="{9D8B030D-6E8A-4147-A177-3AD203B41FA5}">
                      <a16:colId xmlns:a16="http://schemas.microsoft.com/office/drawing/2014/main" val="1977839648"/>
                    </a:ext>
                  </a:extLst>
                </a:gridCol>
                <a:gridCol w="906780">
                  <a:extLst>
                    <a:ext uri="{9D8B030D-6E8A-4147-A177-3AD203B41FA5}">
                      <a16:colId xmlns:a16="http://schemas.microsoft.com/office/drawing/2014/main" val="2552376683"/>
                    </a:ext>
                  </a:extLst>
                </a:gridCol>
                <a:gridCol w="906780">
                  <a:extLst>
                    <a:ext uri="{9D8B030D-6E8A-4147-A177-3AD203B41FA5}">
                      <a16:colId xmlns:a16="http://schemas.microsoft.com/office/drawing/2014/main" val="1549670578"/>
                    </a:ext>
                  </a:extLst>
                </a:gridCol>
                <a:gridCol w="906780">
                  <a:extLst>
                    <a:ext uri="{9D8B030D-6E8A-4147-A177-3AD203B41FA5}">
                      <a16:colId xmlns:a16="http://schemas.microsoft.com/office/drawing/2014/main" val="2848674635"/>
                    </a:ext>
                  </a:extLst>
                </a:gridCol>
                <a:gridCol w="906780">
                  <a:extLst>
                    <a:ext uri="{9D8B030D-6E8A-4147-A177-3AD203B41FA5}">
                      <a16:colId xmlns:a16="http://schemas.microsoft.com/office/drawing/2014/main" val="2208375538"/>
                    </a:ext>
                  </a:extLst>
                </a:gridCol>
                <a:gridCol w="906780">
                  <a:extLst>
                    <a:ext uri="{9D8B030D-6E8A-4147-A177-3AD203B41FA5}">
                      <a16:colId xmlns:a16="http://schemas.microsoft.com/office/drawing/2014/main" val="2358648558"/>
                    </a:ext>
                  </a:extLst>
                </a:gridCol>
                <a:gridCol w="906780">
                  <a:extLst>
                    <a:ext uri="{9D8B030D-6E8A-4147-A177-3AD203B41FA5}">
                      <a16:colId xmlns:a16="http://schemas.microsoft.com/office/drawing/2014/main" val="2436012456"/>
                    </a:ext>
                  </a:extLst>
                </a:gridCol>
                <a:gridCol w="906780">
                  <a:extLst>
                    <a:ext uri="{9D8B030D-6E8A-4147-A177-3AD203B41FA5}">
                      <a16:colId xmlns:a16="http://schemas.microsoft.com/office/drawing/2014/main" val="702933006"/>
                    </a:ext>
                  </a:extLst>
                </a:gridCol>
                <a:gridCol w="906780">
                  <a:extLst>
                    <a:ext uri="{9D8B030D-6E8A-4147-A177-3AD203B41FA5}">
                      <a16:colId xmlns:a16="http://schemas.microsoft.com/office/drawing/2014/main" val="3318016732"/>
                    </a:ext>
                  </a:extLst>
                </a:gridCol>
              </a:tblGrid>
              <a:tr h="402771">
                <a:tc rowSpan="2">
                  <a:txBody>
                    <a:bodyPr/>
                    <a:lstStyle/>
                    <a:p>
                      <a:pPr algn="ctr"/>
                      <a:r>
                        <a:rPr lang="zh-CN" altLang="en-US" sz="2000" b="1">
                          <a:solidFill>
                            <a:schemeClr val="bg1"/>
                          </a:solidFill>
                          <a:latin typeface="+mj-ea"/>
                          <a:ea typeface="+mj-ea"/>
                        </a:rPr>
                        <a:t>状态</a:t>
                      </a:r>
                    </a:p>
                  </a:txBody>
                  <a:tcPr anchor="ctr" anchorCtr="1">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a:r>
                        <a:rPr lang="en-US" altLang="zh-CN" sz="2000" b="1">
                          <a:solidFill>
                            <a:schemeClr val="bg1"/>
                          </a:solidFill>
                          <a:latin typeface="+mj-ea"/>
                          <a:ea typeface="+mj-ea"/>
                        </a:rPr>
                        <a:t>action</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algn="ctr"/>
                      <a:r>
                        <a:rPr lang="en-US" altLang="zh-CN" sz="2000" b="1">
                          <a:solidFill>
                            <a:schemeClr val="bg1"/>
                          </a:solidFill>
                          <a:latin typeface="+mj-ea"/>
                          <a:ea typeface="+mj-ea"/>
                        </a:rPr>
                        <a:t>goto</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895451619"/>
                  </a:ext>
                </a:extLst>
              </a:tr>
              <a:tr h="402771">
                <a:tc vMerge="1">
                  <a:txBody>
                    <a:bodyPr/>
                    <a:lstStyle/>
                    <a:p>
                      <a:endParaRPr lang="zh-CN" altLang="en-US"/>
                    </a:p>
                  </a:txBody>
                  <a:tcPr/>
                </a:tc>
                <a:tc>
                  <a:txBody>
                    <a:bodyPr/>
                    <a:lstStyle/>
                    <a:p>
                      <a:pPr algn="ctr"/>
                      <a:r>
                        <a:rPr lang="en-US" altLang="zh-CN" sz="2000" b="1">
                          <a:solidFill>
                            <a:schemeClr val="bg1"/>
                          </a:solidFill>
                          <a:latin typeface="+mj-ea"/>
                          <a:ea typeface="+mj-ea"/>
                        </a:rPr>
                        <a:t>i</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E</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T</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F</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3409743"/>
                  </a:ext>
                </a:extLst>
              </a:tr>
              <a:tr h="402771">
                <a:tc>
                  <a:txBody>
                    <a:bodyPr/>
                    <a:lstStyle/>
                    <a:p>
                      <a:pPr algn="ctr"/>
                      <a:r>
                        <a:rPr lang="en-US" altLang="zh-CN" sz="2000" b="1">
                          <a:solidFill>
                            <a:schemeClr val="bg1"/>
                          </a:solidFill>
                          <a:latin typeface="+mj-ea"/>
                          <a:ea typeface="+mj-ea"/>
                        </a:rPr>
                        <a:t>0</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s5</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s4</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1</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2</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3</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7600195"/>
                  </a:ext>
                </a:extLst>
              </a:tr>
              <a:tr h="402771">
                <a:tc>
                  <a:txBody>
                    <a:bodyPr/>
                    <a:lstStyle/>
                    <a:p>
                      <a:pPr algn="ctr"/>
                      <a:r>
                        <a:rPr lang="en-US" altLang="zh-CN" sz="2000" b="1">
                          <a:solidFill>
                            <a:schemeClr val="bg1"/>
                          </a:solidFill>
                          <a:latin typeface="+mj-ea"/>
                          <a:ea typeface="+mj-ea"/>
                        </a:rPr>
                        <a:t>1</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s6</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acc</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3207202"/>
                  </a:ext>
                </a:extLst>
              </a:tr>
              <a:tr h="402771">
                <a:tc>
                  <a:txBody>
                    <a:bodyPr/>
                    <a:lstStyle/>
                    <a:p>
                      <a:pPr algn="ctr"/>
                      <a:r>
                        <a:rPr lang="en-US" altLang="zh-CN" sz="2000" b="1" dirty="0">
                          <a:solidFill>
                            <a:schemeClr val="bg1"/>
                          </a:solidFill>
                          <a:latin typeface="+mj-ea"/>
                          <a:ea typeface="+mj-ea"/>
                        </a:rPr>
                        <a:t>2</a:t>
                      </a:r>
                      <a:endParaRPr lang="zh-CN" altLang="en-US" sz="2000" b="1" dirty="0">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r2</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r2</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rgbClr val="EE853E"/>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r2</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r2</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r2</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3308579"/>
                  </a:ext>
                </a:extLst>
              </a:tr>
              <a:tr h="402771">
                <a:tc>
                  <a:txBody>
                    <a:bodyPr/>
                    <a:lstStyle/>
                    <a:p>
                      <a:pPr algn="ctr"/>
                      <a:r>
                        <a:rPr lang="en-US" altLang="zh-CN" sz="2000" b="1">
                          <a:solidFill>
                            <a:schemeClr val="bg1"/>
                          </a:solidFill>
                          <a:latin typeface="+mj-ea"/>
                          <a:ea typeface="+mj-ea"/>
                        </a:rPr>
                        <a:t>3</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r4</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r4</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r4</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r4</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r4</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r4</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0196044"/>
                  </a:ext>
                </a:extLst>
              </a:tr>
              <a:tr h="402771">
                <a:tc>
                  <a:txBody>
                    <a:bodyPr/>
                    <a:lstStyle/>
                    <a:p>
                      <a:pPr algn="ctr"/>
                      <a:r>
                        <a:rPr lang="en-US" altLang="zh-CN" sz="2000" b="1">
                          <a:solidFill>
                            <a:schemeClr val="bg1"/>
                          </a:solidFill>
                          <a:latin typeface="+mj-ea"/>
                          <a:ea typeface="+mj-ea"/>
                        </a:rPr>
                        <a:t>4</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s5</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s4</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8</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2</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3</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1496823"/>
                  </a:ext>
                </a:extLst>
              </a:tr>
              <a:tr h="402771">
                <a:tc>
                  <a:txBody>
                    <a:bodyPr/>
                    <a:lstStyle/>
                    <a:p>
                      <a:pPr algn="ctr"/>
                      <a:r>
                        <a:rPr lang="en-US" altLang="zh-CN" sz="2000" b="1">
                          <a:solidFill>
                            <a:schemeClr val="bg1"/>
                          </a:solidFill>
                          <a:latin typeface="+mj-ea"/>
                          <a:ea typeface="+mj-ea"/>
                        </a:rPr>
                        <a:t>5</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r6</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r6</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r6</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r6</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r6</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r6</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2824650"/>
                  </a:ext>
                </a:extLst>
              </a:tr>
              <a:tr h="402771">
                <a:tc>
                  <a:txBody>
                    <a:bodyPr/>
                    <a:lstStyle/>
                    <a:p>
                      <a:pPr algn="ctr"/>
                      <a:r>
                        <a:rPr lang="en-US" altLang="zh-CN" sz="2000" b="1">
                          <a:solidFill>
                            <a:schemeClr val="bg1"/>
                          </a:solidFill>
                          <a:latin typeface="+mj-ea"/>
                          <a:ea typeface="+mj-ea"/>
                        </a:rPr>
                        <a:t>6</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s5</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s4</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9</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3</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3808116"/>
                  </a:ext>
                </a:extLst>
              </a:tr>
              <a:tr h="402771">
                <a:tc>
                  <a:txBody>
                    <a:bodyPr/>
                    <a:lstStyle/>
                    <a:p>
                      <a:pPr algn="ctr"/>
                      <a:r>
                        <a:rPr lang="en-US" altLang="zh-CN" sz="2000" b="1">
                          <a:solidFill>
                            <a:schemeClr val="bg1"/>
                          </a:solidFill>
                          <a:latin typeface="+mj-ea"/>
                          <a:ea typeface="+mj-ea"/>
                        </a:rPr>
                        <a:t>7</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s5</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s4</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10</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8834977"/>
                  </a:ext>
                </a:extLst>
              </a:tr>
              <a:tr h="402771">
                <a:tc>
                  <a:txBody>
                    <a:bodyPr/>
                    <a:lstStyle/>
                    <a:p>
                      <a:pPr algn="ctr"/>
                      <a:r>
                        <a:rPr lang="en-US" altLang="zh-CN" sz="2000" b="1">
                          <a:solidFill>
                            <a:schemeClr val="bg1"/>
                          </a:solidFill>
                          <a:latin typeface="+mj-ea"/>
                          <a:ea typeface="+mj-ea"/>
                        </a:rPr>
                        <a:t>8</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s6</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s11</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0791241"/>
                  </a:ext>
                </a:extLst>
              </a:tr>
              <a:tr h="402771">
                <a:tc>
                  <a:txBody>
                    <a:bodyPr/>
                    <a:lstStyle/>
                    <a:p>
                      <a:pPr algn="ctr"/>
                      <a:r>
                        <a:rPr lang="en-US" altLang="zh-CN" sz="2000" b="1">
                          <a:solidFill>
                            <a:schemeClr val="bg1"/>
                          </a:solidFill>
                          <a:latin typeface="+mj-ea"/>
                          <a:ea typeface="+mj-ea"/>
                        </a:rPr>
                        <a:t>9</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r1</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r1</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rgbClr val="EE853E"/>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r1</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r1</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r1</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5756509"/>
                  </a:ext>
                </a:extLst>
              </a:tr>
              <a:tr h="402771">
                <a:tc>
                  <a:txBody>
                    <a:bodyPr/>
                    <a:lstStyle/>
                    <a:p>
                      <a:pPr algn="ctr"/>
                      <a:r>
                        <a:rPr lang="en-US" altLang="zh-CN" sz="2000" b="1">
                          <a:solidFill>
                            <a:schemeClr val="bg1"/>
                          </a:solidFill>
                          <a:latin typeface="+mj-ea"/>
                          <a:ea typeface="+mj-ea"/>
                        </a:rPr>
                        <a:t>10</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r3</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r3</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r3</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r3</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r3</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r3</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4240283"/>
                  </a:ext>
                </a:extLst>
              </a:tr>
              <a:tr h="402771">
                <a:tc>
                  <a:txBody>
                    <a:bodyPr/>
                    <a:lstStyle/>
                    <a:p>
                      <a:pPr algn="ctr"/>
                      <a:r>
                        <a:rPr lang="en-US" altLang="zh-CN" sz="2000" b="1">
                          <a:solidFill>
                            <a:schemeClr val="bg1"/>
                          </a:solidFill>
                          <a:latin typeface="+mj-ea"/>
                          <a:ea typeface="+mj-ea"/>
                        </a:rPr>
                        <a:t>11</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r5</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r5</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r5</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r5</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r5</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r5</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dirty="0">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3505048"/>
                  </a:ext>
                </a:extLst>
              </a:tr>
            </a:tbl>
          </a:graphicData>
        </a:graphic>
      </p:graphicFrame>
      <p:sp>
        <p:nvSpPr>
          <p:cNvPr id="8" name="矩形 7">
            <a:extLst>
              <a:ext uri="{FF2B5EF4-FFF2-40B4-BE49-F238E27FC236}">
                <a16:creationId xmlns:a16="http://schemas.microsoft.com/office/drawing/2014/main" id="{F73B91DE-5AF7-49D6-BC34-D225EF4572E0}"/>
              </a:ext>
            </a:extLst>
          </p:cNvPr>
          <p:cNvSpPr/>
          <p:nvPr/>
        </p:nvSpPr>
        <p:spPr>
          <a:xfrm>
            <a:off x="4302640" y="2604976"/>
            <a:ext cx="859531" cy="400110"/>
          </a:xfrm>
          <a:prstGeom prst="rect">
            <a:avLst/>
          </a:prstGeom>
        </p:spPr>
        <p:txBody>
          <a:bodyPr wrap="none">
            <a:spAutoFit/>
          </a:bodyPr>
          <a:lstStyle/>
          <a:p>
            <a:pPr algn="ctr"/>
            <a:r>
              <a:rPr lang="en-US" altLang="zh-CN" sz="2000" b="1">
                <a:solidFill>
                  <a:srgbClr val="EE853E"/>
                </a:solidFill>
                <a:latin typeface="+mj-ea"/>
              </a:rPr>
              <a:t>r2/s7</a:t>
            </a:r>
            <a:endParaRPr lang="zh-CN" altLang="en-US" sz="2000" b="1">
              <a:solidFill>
                <a:srgbClr val="EE853E"/>
              </a:solidFill>
              <a:latin typeface="+mj-ea"/>
            </a:endParaRPr>
          </a:p>
        </p:txBody>
      </p:sp>
      <p:sp>
        <p:nvSpPr>
          <p:cNvPr id="9" name="矩形 8">
            <a:extLst>
              <a:ext uri="{FF2B5EF4-FFF2-40B4-BE49-F238E27FC236}">
                <a16:creationId xmlns:a16="http://schemas.microsoft.com/office/drawing/2014/main" id="{01B7FEBA-32E8-4F00-9E30-61FB40856EA4}"/>
              </a:ext>
            </a:extLst>
          </p:cNvPr>
          <p:cNvSpPr/>
          <p:nvPr/>
        </p:nvSpPr>
        <p:spPr>
          <a:xfrm>
            <a:off x="4303615" y="5424376"/>
            <a:ext cx="859531" cy="400110"/>
          </a:xfrm>
          <a:prstGeom prst="rect">
            <a:avLst/>
          </a:prstGeom>
        </p:spPr>
        <p:txBody>
          <a:bodyPr wrap="none">
            <a:spAutoFit/>
          </a:bodyPr>
          <a:lstStyle/>
          <a:p>
            <a:pPr algn="ctr"/>
            <a:r>
              <a:rPr lang="en-US" altLang="zh-CN" sz="2000" b="1">
                <a:solidFill>
                  <a:srgbClr val="EE853E"/>
                </a:solidFill>
                <a:latin typeface="+mj-ea"/>
              </a:rPr>
              <a:t>r1/s7</a:t>
            </a:r>
            <a:endParaRPr lang="zh-CN" altLang="en-US" sz="2000" b="1">
              <a:solidFill>
                <a:srgbClr val="EE853E"/>
              </a:solidFill>
              <a:latin typeface="+mj-ea"/>
            </a:endParaRPr>
          </a:p>
        </p:txBody>
      </p:sp>
    </p:spTree>
    <p:extLst>
      <p:ext uri="{BB962C8B-B14F-4D97-AF65-F5344CB8AC3E}">
        <p14:creationId xmlns:p14="http://schemas.microsoft.com/office/powerpoint/2010/main" val="80504280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8"/>
                                        </p:tgtEl>
                                        <p:attrNameLst>
                                          <p:attrName>ppt_x</p:attrName>
                                          <p:attrName>ppt_y</p:attrName>
                                        </p:attrNameLst>
                                      </p:cBhvr>
                                    </p:animMotion>
                                    <p:animRot by="1500000">
                                      <p:cBhvr>
                                        <p:cTn id="7" dur="125" fill="hold">
                                          <p:stCondLst>
                                            <p:cond delay="0"/>
                                          </p:stCondLst>
                                        </p:cTn>
                                        <p:tgtEl>
                                          <p:spTgt spid="8"/>
                                        </p:tgtEl>
                                        <p:attrNameLst>
                                          <p:attrName>r</p:attrName>
                                        </p:attrNameLst>
                                      </p:cBhvr>
                                    </p:animRot>
                                    <p:animRot by="-1500000">
                                      <p:cBhvr>
                                        <p:cTn id="8" dur="125" fill="hold">
                                          <p:stCondLst>
                                            <p:cond delay="125"/>
                                          </p:stCondLst>
                                        </p:cTn>
                                        <p:tgtEl>
                                          <p:spTgt spid="8"/>
                                        </p:tgtEl>
                                        <p:attrNameLst>
                                          <p:attrName>r</p:attrName>
                                        </p:attrNameLst>
                                      </p:cBhvr>
                                    </p:animRot>
                                    <p:animRot by="-1500000">
                                      <p:cBhvr>
                                        <p:cTn id="9" dur="125" fill="hold">
                                          <p:stCondLst>
                                            <p:cond delay="250"/>
                                          </p:stCondLst>
                                        </p:cTn>
                                        <p:tgtEl>
                                          <p:spTgt spid="8"/>
                                        </p:tgtEl>
                                        <p:attrNameLst>
                                          <p:attrName>r</p:attrName>
                                        </p:attrNameLst>
                                      </p:cBhvr>
                                    </p:animRot>
                                    <p:animRot by="1500000">
                                      <p:cBhvr>
                                        <p:cTn id="10" dur="125" fill="hold">
                                          <p:stCondLst>
                                            <p:cond delay="375"/>
                                          </p:stCondLst>
                                        </p:cTn>
                                        <p:tgtEl>
                                          <p:spTgt spid="8"/>
                                        </p:tgtEl>
                                        <p:attrNameLst>
                                          <p:attrName>r</p:attrName>
                                        </p:attrNameLst>
                                      </p:cBhvr>
                                    </p:animRot>
                                  </p:childTnLst>
                                </p:cTn>
                              </p:par>
                              <p:par>
                                <p:cTn id="11" presetID="34" presetClass="emph" presetSubtype="0" fill="hold" grpId="0" nodeType="withEffect">
                                  <p:stCondLst>
                                    <p:cond delay="0"/>
                                  </p:stCondLst>
                                  <p:iterate type="lt">
                                    <p:tmPct val="10000"/>
                                  </p:iterate>
                                  <p:childTnLst>
                                    <p:animMotion origin="layout" path="M 0.0 0.0 L 0.0 -0.07213" pathEditMode="relative" ptsTypes="">
                                      <p:cBhvr>
                                        <p:cTn id="12" dur="250" accel="50000" decel="50000" autoRev="1" fill="hold">
                                          <p:stCondLst>
                                            <p:cond delay="0"/>
                                          </p:stCondLst>
                                        </p:cTn>
                                        <p:tgtEl>
                                          <p:spTgt spid="9"/>
                                        </p:tgtEl>
                                        <p:attrNameLst>
                                          <p:attrName>ppt_x</p:attrName>
                                          <p:attrName>ppt_y</p:attrName>
                                        </p:attrNameLst>
                                      </p:cBhvr>
                                    </p:animMotion>
                                    <p:animRot by="1500000">
                                      <p:cBhvr>
                                        <p:cTn id="13" dur="125" fill="hold">
                                          <p:stCondLst>
                                            <p:cond delay="0"/>
                                          </p:stCondLst>
                                        </p:cTn>
                                        <p:tgtEl>
                                          <p:spTgt spid="9"/>
                                        </p:tgtEl>
                                        <p:attrNameLst>
                                          <p:attrName>r</p:attrName>
                                        </p:attrNameLst>
                                      </p:cBhvr>
                                    </p:animRot>
                                    <p:animRot by="-1500000">
                                      <p:cBhvr>
                                        <p:cTn id="14" dur="125" fill="hold">
                                          <p:stCondLst>
                                            <p:cond delay="125"/>
                                          </p:stCondLst>
                                        </p:cTn>
                                        <p:tgtEl>
                                          <p:spTgt spid="9"/>
                                        </p:tgtEl>
                                        <p:attrNameLst>
                                          <p:attrName>r</p:attrName>
                                        </p:attrNameLst>
                                      </p:cBhvr>
                                    </p:animRot>
                                    <p:animRot by="-1500000">
                                      <p:cBhvr>
                                        <p:cTn id="15" dur="125" fill="hold">
                                          <p:stCondLst>
                                            <p:cond delay="250"/>
                                          </p:stCondLst>
                                        </p:cTn>
                                        <p:tgtEl>
                                          <p:spTgt spid="9"/>
                                        </p:tgtEl>
                                        <p:attrNameLst>
                                          <p:attrName>r</p:attrName>
                                        </p:attrNameLst>
                                      </p:cBhvr>
                                    </p:animRot>
                                    <p:animRot by="1500000">
                                      <p:cBhvr>
                                        <p:cTn id="16" dur="125" fill="hold">
                                          <p:stCondLst>
                                            <p:cond delay="375"/>
                                          </p:stCondLst>
                                        </p:cTn>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p:cNvSpPr>
            <a:spLocks noGrp="1" noChangeArrowheads="1"/>
          </p:cNvSpPr>
          <p:nvPr>
            <p:ph idx="1"/>
          </p:nvPr>
        </p:nvSpPr>
        <p:spPr>
          <a:xfrm>
            <a:off x="720000" y="900000"/>
            <a:ext cx="11167200" cy="5237998"/>
          </a:xfrm>
        </p:spPr>
        <p:txBody>
          <a:bodyPr/>
          <a:lstStyle/>
          <a:p>
            <a:r>
              <a:rPr kumimoji="1" lang="zh-CN" altLang="en-US" dirty="0"/>
              <a:t>通过项目集规范族构造</a:t>
            </a:r>
            <a:r>
              <a:rPr lang="en-US" altLang="zh-CN" dirty="0" err="1"/>
              <a:t>SLR</a:t>
            </a:r>
            <a:r>
              <a:rPr lang="en-US" altLang="zh-CN" dirty="0"/>
              <a:t>(1)</a:t>
            </a:r>
            <a:r>
              <a:rPr lang="zh-CN" altLang="en-US" dirty="0"/>
              <a:t>分析表，方法如下：</a:t>
            </a:r>
            <a:endParaRPr lang="en-US" altLang="zh-CN" dirty="0"/>
          </a:p>
          <a:p>
            <a:r>
              <a:rPr lang="en-US" altLang="zh-CN" dirty="0"/>
              <a:t>1.	</a:t>
            </a:r>
            <a:r>
              <a:rPr lang="zh-CN" altLang="en-US" dirty="0"/>
              <a:t>如</a:t>
            </a:r>
            <a:r>
              <a:rPr lang="en-US" altLang="zh-CN" dirty="0"/>
              <a:t>C={ </a:t>
            </a:r>
            <a:r>
              <a:rPr lang="en-US" altLang="zh-CN" dirty="0" err="1"/>
              <a:t>I</a:t>
            </a:r>
            <a:r>
              <a:rPr lang="en-US" altLang="zh-CN" baseline="-25000" dirty="0" err="1"/>
              <a:t>0</a:t>
            </a:r>
            <a:r>
              <a:rPr lang="en-US" altLang="zh-CN" dirty="0"/>
              <a:t>, </a:t>
            </a:r>
            <a:r>
              <a:rPr lang="en-US" altLang="zh-CN" dirty="0" err="1"/>
              <a:t>I</a:t>
            </a:r>
            <a:r>
              <a:rPr lang="en-US" altLang="zh-CN" baseline="-25000" dirty="0" err="1"/>
              <a:t>1</a:t>
            </a:r>
            <a:r>
              <a:rPr lang="en-US" altLang="zh-CN" dirty="0"/>
              <a:t>, …, I</a:t>
            </a:r>
            <a:r>
              <a:rPr lang="en-US" altLang="zh-CN" baseline="-25000" dirty="0"/>
              <a:t>n</a:t>
            </a:r>
            <a:r>
              <a:rPr lang="en-US" altLang="zh-CN" dirty="0"/>
              <a:t> }</a:t>
            </a:r>
            <a:r>
              <a:rPr lang="zh-CN" altLang="en-US" dirty="0"/>
              <a:t>，则分析表状态为</a:t>
            </a:r>
            <a:r>
              <a:rPr lang="en-US" altLang="zh-CN" dirty="0"/>
              <a:t>0</a:t>
            </a:r>
            <a:r>
              <a:rPr lang="zh-CN" altLang="en-US" dirty="0"/>
              <a:t>～</a:t>
            </a:r>
            <a:r>
              <a:rPr lang="en-US" altLang="zh-CN" dirty="0"/>
              <a:t>n</a:t>
            </a:r>
            <a:r>
              <a:rPr lang="zh-CN" altLang="en-US" dirty="0"/>
              <a:t>。</a:t>
            </a:r>
            <a:endParaRPr lang="zh-CN" altLang="en-US" dirty="0">
              <a:sym typeface="Symbol" pitchFamily="18" charset="2"/>
            </a:endParaRPr>
          </a:p>
          <a:p>
            <a:r>
              <a:rPr lang="en-US" altLang="zh-CN" dirty="0">
                <a:sym typeface="Symbol" pitchFamily="18" charset="2"/>
              </a:rPr>
              <a:t>2.	</a:t>
            </a:r>
            <a:r>
              <a:rPr lang="zh-CN" altLang="en-US" dirty="0">
                <a:sym typeface="Symbol" pitchFamily="18" charset="2"/>
              </a:rPr>
              <a:t>考察每个</a:t>
            </a:r>
            <a:r>
              <a:rPr lang="en-US" altLang="zh-CN" dirty="0"/>
              <a:t>I</a:t>
            </a:r>
            <a:r>
              <a:rPr lang="en-US" altLang="zh-CN" baseline="-25000" dirty="0"/>
              <a:t>i</a:t>
            </a:r>
            <a:endParaRPr lang="en-US" altLang="zh-CN" baseline="-25000" dirty="0">
              <a:sym typeface="Symbol" pitchFamily="18" charset="2"/>
            </a:endParaRPr>
          </a:p>
          <a:p>
            <a:r>
              <a:rPr lang="en-US" altLang="zh-CN" dirty="0">
                <a:sym typeface="Symbol" pitchFamily="18" charset="2"/>
              </a:rPr>
              <a:t>	</a:t>
            </a:r>
            <a:r>
              <a:rPr lang="zh-CN" altLang="en-US" dirty="0">
                <a:sym typeface="Symbol" pitchFamily="18" charset="2"/>
              </a:rPr>
              <a:t>若 </a:t>
            </a:r>
            <a:r>
              <a:rPr lang="en-US" altLang="zh-CN" dirty="0"/>
              <a:t>go( I</a:t>
            </a:r>
            <a:r>
              <a:rPr lang="en-US" altLang="zh-CN" baseline="-25000" dirty="0"/>
              <a:t>i </a:t>
            </a:r>
            <a:r>
              <a:rPr lang="en-US" altLang="zh-CN" dirty="0"/>
              <a:t>, a ) = </a:t>
            </a:r>
            <a:r>
              <a:rPr lang="en-US" altLang="zh-CN" dirty="0" err="1"/>
              <a:t>I</a:t>
            </a:r>
            <a:r>
              <a:rPr lang="en-US" altLang="zh-CN" baseline="-25000" dirty="0" err="1"/>
              <a:t>j</a:t>
            </a:r>
            <a:r>
              <a:rPr lang="zh-CN" altLang="en-US" dirty="0"/>
              <a:t>，则 </a:t>
            </a:r>
            <a:r>
              <a:rPr lang="en-US" altLang="zh-CN" dirty="0"/>
              <a:t>action[ </a:t>
            </a:r>
            <a:r>
              <a:rPr lang="en-US" altLang="zh-CN" dirty="0" err="1"/>
              <a:t>i</a:t>
            </a:r>
            <a:r>
              <a:rPr lang="en-US" altLang="zh-CN" dirty="0"/>
              <a:t> , a ] = </a:t>
            </a:r>
            <a:r>
              <a:rPr lang="en-US" altLang="zh-CN" dirty="0" err="1"/>
              <a:t>sj</a:t>
            </a:r>
            <a:endParaRPr lang="en-US" altLang="zh-CN" dirty="0"/>
          </a:p>
          <a:p>
            <a:r>
              <a:rPr lang="en-US" altLang="zh-CN" dirty="0">
                <a:sym typeface="Symbol" pitchFamily="18" charset="2"/>
              </a:rPr>
              <a:t>	</a:t>
            </a:r>
            <a:r>
              <a:rPr lang="zh-CN" altLang="en-US" dirty="0">
                <a:sym typeface="Symbol" pitchFamily="18" charset="2"/>
              </a:rPr>
              <a:t>若 </a:t>
            </a:r>
            <a:r>
              <a:rPr lang="en-US" altLang="zh-CN" dirty="0"/>
              <a:t>go( I</a:t>
            </a:r>
            <a:r>
              <a:rPr lang="en-US" altLang="zh-CN" baseline="-25000" dirty="0"/>
              <a:t>i </a:t>
            </a:r>
            <a:r>
              <a:rPr lang="en-US" altLang="zh-CN" dirty="0"/>
              <a:t>, A ) = </a:t>
            </a:r>
            <a:r>
              <a:rPr lang="en-US" altLang="zh-CN" dirty="0" err="1"/>
              <a:t>I</a:t>
            </a:r>
            <a:r>
              <a:rPr lang="en-US" altLang="zh-CN" baseline="-25000" dirty="0" err="1"/>
              <a:t>j</a:t>
            </a:r>
            <a:r>
              <a:rPr lang="zh-CN" altLang="en-US" dirty="0"/>
              <a:t>，则 </a:t>
            </a:r>
            <a:r>
              <a:rPr lang="en-US" altLang="zh-CN" dirty="0" err="1"/>
              <a:t>goto</a:t>
            </a:r>
            <a:r>
              <a:rPr lang="en-US" altLang="zh-CN" dirty="0"/>
              <a:t>[ </a:t>
            </a:r>
            <a:r>
              <a:rPr lang="en-US" altLang="zh-CN" dirty="0" err="1"/>
              <a:t>i</a:t>
            </a:r>
            <a:r>
              <a:rPr lang="en-US" altLang="zh-CN" dirty="0"/>
              <a:t> , A ] = j</a:t>
            </a:r>
          </a:p>
          <a:p>
            <a:r>
              <a:rPr lang="en-US" altLang="zh-CN" dirty="0">
                <a:sym typeface="Symbol" pitchFamily="18" charset="2"/>
              </a:rPr>
              <a:t>	</a:t>
            </a:r>
            <a:r>
              <a:rPr lang="zh-CN" altLang="en-US" dirty="0">
                <a:sym typeface="Symbol" pitchFamily="18" charset="2"/>
              </a:rPr>
              <a:t>若 </a:t>
            </a:r>
            <a:r>
              <a:rPr lang="en-US" altLang="zh-CN" dirty="0">
                <a:sym typeface="Symbol" pitchFamily="18" charset="2"/>
              </a:rPr>
              <a:t>A→</a:t>
            </a:r>
            <a:r>
              <a:rPr lang="el-GR" altLang="zh-CN" dirty="0">
                <a:sym typeface="Symbol" pitchFamily="18" charset="2"/>
              </a:rPr>
              <a:t>α</a:t>
            </a:r>
            <a:r>
              <a:rPr lang="en-US" altLang="zh-CN" dirty="0">
                <a:sym typeface="Symbol" pitchFamily="18" charset="2"/>
              </a:rPr>
              <a:t>∙∈</a:t>
            </a:r>
            <a:r>
              <a:rPr lang="en-US" altLang="zh-CN" dirty="0"/>
              <a:t>I</a:t>
            </a:r>
            <a:r>
              <a:rPr lang="en-US" altLang="zh-CN" baseline="-25000" dirty="0"/>
              <a:t>i</a:t>
            </a:r>
            <a:r>
              <a:rPr lang="zh-CN" altLang="en-US" dirty="0"/>
              <a:t>，</a:t>
            </a:r>
            <a:r>
              <a:rPr lang="en-US" altLang="zh-CN" dirty="0">
                <a:sym typeface="Symbol" pitchFamily="18" charset="2"/>
              </a:rPr>
              <a:t>A→</a:t>
            </a:r>
            <a:r>
              <a:rPr lang="el-GR" altLang="zh-CN" dirty="0">
                <a:sym typeface="Symbol" pitchFamily="18" charset="2"/>
              </a:rPr>
              <a:t>α</a:t>
            </a:r>
            <a:r>
              <a:rPr lang="en-US" altLang="zh-CN" dirty="0">
                <a:sym typeface="Symbol" pitchFamily="18" charset="2"/>
              </a:rPr>
              <a:t> </a:t>
            </a:r>
            <a:r>
              <a:rPr lang="zh-CN" altLang="en-US" dirty="0">
                <a:sym typeface="Symbol" pitchFamily="18" charset="2"/>
              </a:rPr>
              <a:t>的编号为 </a:t>
            </a:r>
            <a:r>
              <a:rPr lang="en-US" altLang="zh-CN" dirty="0">
                <a:sym typeface="Symbol" pitchFamily="18" charset="2"/>
              </a:rPr>
              <a:t>j</a:t>
            </a:r>
            <a:r>
              <a:rPr lang="zh-CN" altLang="en-US" dirty="0"/>
              <a:t>，则</a:t>
            </a:r>
            <a:r>
              <a:rPr lang="en-US" altLang="zh-CN" dirty="0"/>
              <a:t>action[</a:t>
            </a:r>
            <a:r>
              <a:rPr lang="en-US" altLang="zh-CN" dirty="0" err="1"/>
              <a:t>i,b</a:t>
            </a:r>
            <a:r>
              <a:rPr lang="en-US" altLang="zh-CN" dirty="0"/>
              <a:t>]=</a:t>
            </a:r>
            <a:r>
              <a:rPr lang="en-US" altLang="zh-CN" dirty="0" err="1"/>
              <a:t>rj</a:t>
            </a:r>
            <a:r>
              <a:rPr lang="zh-CN" altLang="en-US" dirty="0"/>
              <a:t>，其中 </a:t>
            </a:r>
            <a:r>
              <a:rPr lang="en-US" altLang="zh-CN" dirty="0" err="1">
                <a:solidFill>
                  <a:srgbClr val="EE853E"/>
                </a:solidFill>
                <a:sym typeface="Symbol" pitchFamily="18" charset="2"/>
              </a:rPr>
              <a:t>b∈FOLLOW</a:t>
            </a:r>
            <a:r>
              <a:rPr lang="en-US" altLang="zh-CN" dirty="0">
                <a:solidFill>
                  <a:srgbClr val="EE853E"/>
                </a:solidFill>
                <a:sym typeface="Symbol" pitchFamily="18" charset="2"/>
              </a:rPr>
              <a:t>(A)</a:t>
            </a:r>
            <a:r>
              <a:rPr lang="zh-CN" altLang="en-US" dirty="0">
                <a:solidFill>
                  <a:srgbClr val="EE853E"/>
                </a:solidFill>
                <a:sym typeface="Symbol" panose="05050102010706020507" pitchFamily="18" charset="2"/>
              </a:rPr>
              <a:t>。</a:t>
            </a:r>
            <a:endParaRPr lang="en-US" altLang="zh-CN" dirty="0">
              <a:solidFill>
                <a:srgbClr val="EE853E"/>
              </a:solidFill>
              <a:sym typeface="Symbol" panose="05050102010706020507" pitchFamily="18" charset="2"/>
            </a:endParaRPr>
          </a:p>
          <a:p>
            <a:r>
              <a:rPr lang="en-US" altLang="zh-CN" dirty="0">
                <a:sym typeface="Symbol" pitchFamily="18" charset="2"/>
              </a:rPr>
              <a:t>	</a:t>
            </a:r>
            <a:r>
              <a:rPr lang="zh-CN" altLang="en-US" dirty="0">
                <a:sym typeface="Symbol" pitchFamily="18" charset="2"/>
              </a:rPr>
              <a:t>若 </a:t>
            </a:r>
            <a:r>
              <a:rPr lang="en-US" altLang="zh-CN" dirty="0" err="1">
                <a:sym typeface="Symbol" pitchFamily="18" charset="2"/>
              </a:rPr>
              <a:t>S’→S</a:t>
            </a:r>
            <a:r>
              <a:rPr lang="en-US" altLang="zh-CN" dirty="0">
                <a:sym typeface="Symbol" pitchFamily="18" charset="2"/>
              </a:rPr>
              <a:t>∙∈</a:t>
            </a:r>
            <a:r>
              <a:rPr lang="en-US" altLang="zh-CN" dirty="0"/>
              <a:t>I</a:t>
            </a:r>
            <a:r>
              <a:rPr lang="en-US" altLang="zh-CN" baseline="-25000" dirty="0"/>
              <a:t>i</a:t>
            </a:r>
            <a:r>
              <a:rPr lang="zh-CN" altLang="en-US" dirty="0"/>
              <a:t>，则 </a:t>
            </a:r>
            <a:r>
              <a:rPr lang="en-US" altLang="zh-CN" dirty="0"/>
              <a:t>action[ </a:t>
            </a:r>
            <a:r>
              <a:rPr lang="en-US" altLang="zh-CN" dirty="0" err="1"/>
              <a:t>i</a:t>
            </a:r>
            <a:r>
              <a:rPr lang="en-US" altLang="zh-CN" dirty="0"/>
              <a:t> , # ] = acc</a:t>
            </a:r>
          </a:p>
          <a:p>
            <a:r>
              <a:rPr lang="en-US" altLang="zh-CN" dirty="0"/>
              <a:t>3.	</a:t>
            </a:r>
            <a:r>
              <a:rPr lang="zh-CN" altLang="en-US" dirty="0"/>
              <a:t>其它表项为空白。 </a:t>
            </a:r>
          </a:p>
        </p:txBody>
      </p:sp>
      <p:sp>
        <p:nvSpPr>
          <p:cNvPr id="90115" name="Rectangle 3"/>
          <p:cNvSpPr>
            <a:spLocks noGrp="1" noChangeArrowheads="1"/>
          </p:cNvSpPr>
          <p:nvPr>
            <p:ph type="title"/>
          </p:nvPr>
        </p:nvSpPr>
        <p:spPr/>
        <p:txBody>
          <a:bodyPr/>
          <a:lstStyle/>
          <a:p>
            <a:r>
              <a:rPr lang="en-US" altLang="zh-CN" dirty="0" err="1"/>
              <a:t>SLR</a:t>
            </a:r>
            <a:r>
              <a:rPr lang="en-US" altLang="zh-CN" dirty="0"/>
              <a:t>(1)</a:t>
            </a:r>
            <a:r>
              <a:rPr lang="zh-CN" altLang="en-US" dirty="0"/>
              <a:t>分析表的构造</a:t>
            </a:r>
          </a:p>
        </p:txBody>
      </p:sp>
    </p:spTree>
    <p:extLst>
      <p:ext uri="{BB962C8B-B14F-4D97-AF65-F5344CB8AC3E}">
        <p14:creationId xmlns:p14="http://schemas.microsoft.com/office/powerpoint/2010/main" val="357384647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DFEEA56-5035-4E52-B544-C2D04E749874}"/>
              </a:ext>
            </a:extLst>
          </p:cNvPr>
          <p:cNvSpPr>
            <a:spLocks noGrp="1"/>
          </p:cNvSpPr>
          <p:nvPr>
            <p:ph idx="1"/>
          </p:nvPr>
        </p:nvSpPr>
        <p:spPr>
          <a:xfrm>
            <a:off x="720000" y="900000"/>
            <a:ext cx="3852000" cy="5237998"/>
          </a:xfrm>
        </p:spPr>
        <p:txBody>
          <a:bodyPr/>
          <a:lstStyle/>
          <a:p>
            <a:r>
              <a:rPr lang="zh-CN" altLang="en-US" dirty="0"/>
              <a:t>文法</a:t>
            </a:r>
            <a:r>
              <a:rPr lang="en-US" altLang="zh-CN" dirty="0"/>
              <a:t>G</a:t>
            </a:r>
            <a:r>
              <a:rPr lang="zh-CN" altLang="en-US" dirty="0"/>
              <a:t>’：</a:t>
            </a:r>
            <a:endParaRPr lang="en-US" altLang="zh-CN" dirty="0"/>
          </a:p>
          <a:p>
            <a:r>
              <a:rPr lang="en-US" altLang="zh-CN" dirty="0"/>
              <a:t>(0) </a:t>
            </a:r>
            <a:r>
              <a:rPr lang="en-US" altLang="zh-CN" dirty="0" err="1"/>
              <a:t>S’→E</a:t>
            </a:r>
            <a:endParaRPr lang="en-US" altLang="zh-CN" dirty="0"/>
          </a:p>
          <a:p>
            <a:r>
              <a:rPr lang="en-US" altLang="zh-CN" dirty="0"/>
              <a:t>(1) </a:t>
            </a:r>
            <a:r>
              <a:rPr lang="en-US" altLang="zh-CN" dirty="0" err="1"/>
              <a:t>E→E+T</a:t>
            </a:r>
            <a:endParaRPr lang="en-US" altLang="zh-CN" dirty="0"/>
          </a:p>
          <a:p>
            <a:r>
              <a:rPr lang="en-US" altLang="zh-CN" dirty="0"/>
              <a:t>(2) </a:t>
            </a:r>
            <a:r>
              <a:rPr lang="en-US" altLang="zh-CN" dirty="0" err="1"/>
              <a:t>E→T</a:t>
            </a:r>
            <a:endParaRPr lang="en-US" altLang="zh-CN" dirty="0"/>
          </a:p>
          <a:p>
            <a:r>
              <a:rPr lang="en-US" altLang="zh-CN" dirty="0"/>
              <a:t>(3) </a:t>
            </a:r>
            <a:r>
              <a:rPr lang="en-US" altLang="zh-CN" dirty="0" err="1"/>
              <a:t>T→T</a:t>
            </a:r>
            <a:r>
              <a:rPr lang="en-US" altLang="zh-CN" dirty="0"/>
              <a:t>*F</a:t>
            </a:r>
          </a:p>
          <a:p>
            <a:r>
              <a:rPr lang="en-US" altLang="zh-CN" dirty="0"/>
              <a:t>(4) </a:t>
            </a:r>
            <a:r>
              <a:rPr lang="en-US" altLang="zh-CN" dirty="0" err="1"/>
              <a:t>T→F</a:t>
            </a:r>
            <a:endParaRPr lang="en-US" altLang="zh-CN" dirty="0"/>
          </a:p>
          <a:p>
            <a:r>
              <a:rPr lang="en-US" altLang="zh-CN" dirty="0"/>
              <a:t>(5) F→(E)</a:t>
            </a:r>
          </a:p>
          <a:p>
            <a:r>
              <a:rPr lang="en-US" altLang="zh-CN" dirty="0"/>
              <a:t>(6) </a:t>
            </a:r>
            <a:r>
              <a:rPr lang="en-US" altLang="zh-CN" dirty="0" err="1"/>
              <a:t>F→i</a:t>
            </a:r>
            <a:endParaRPr lang="en-US" altLang="zh-CN" dirty="0"/>
          </a:p>
          <a:p>
            <a:endParaRPr lang="zh-CN" altLang="en-US" dirty="0"/>
          </a:p>
        </p:txBody>
      </p:sp>
      <p:sp>
        <p:nvSpPr>
          <p:cNvPr id="10" name="标题 9">
            <a:extLst>
              <a:ext uri="{FF2B5EF4-FFF2-40B4-BE49-F238E27FC236}">
                <a16:creationId xmlns:a16="http://schemas.microsoft.com/office/drawing/2014/main" id="{9AF11C08-6AB4-4472-BFBE-1B5C808E3352}"/>
              </a:ext>
            </a:extLst>
          </p:cNvPr>
          <p:cNvSpPr>
            <a:spLocks noGrp="1"/>
          </p:cNvSpPr>
          <p:nvPr>
            <p:ph type="title"/>
          </p:nvPr>
        </p:nvSpPr>
        <p:spPr/>
        <p:txBody>
          <a:bodyPr/>
          <a:lstStyle/>
          <a:p>
            <a:r>
              <a:rPr lang="en-US" altLang="zh-CN" dirty="0"/>
              <a:t>FOLLOW</a:t>
            </a:r>
            <a:r>
              <a:rPr lang="zh-CN" altLang="en-US" dirty="0"/>
              <a:t>集</a:t>
            </a:r>
          </a:p>
        </p:txBody>
      </p:sp>
      <p:graphicFrame>
        <p:nvGraphicFramePr>
          <p:cNvPr id="3" name="表格 3">
            <a:extLst>
              <a:ext uri="{FF2B5EF4-FFF2-40B4-BE49-F238E27FC236}">
                <a16:creationId xmlns:a16="http://schemas.microsoft.com/office/drawing/2014/main" id="{0990BBD1-F7B0-47F7-8AF3-0D16F98BEF74}"/>
              </a:ext>
            </a:extLst>
          </p:cNvPr>
          <p:cNvGraphicFramePr>
            <a:graphicFrameLocks noGrp="1"/>
          </p:cNvGraphicFramePr>
          <p:nvPr>
            <p:extLst>
              <p:ext uri="{D42A27DB-BD31-4B8C-83A1-F6EECF244321}">
                <p14:modId xmlns:p14="http://schemas.microsoft.com/office/powerpoint/2010/main" val="1327918782"/>
              </p:ext>
            </p:extLst>
          </p:nvPr>
        </p:nvGraphicFramePr>
        <p:xfrm>
          <a:off x="3733800" y="1800000"/>
          <a:ext cx="4724400" cy="2819400"/>
        </p:xfrm>
        <a:graphic>
          <a:graphicData uri="http://schemas.openxmlformats.org/drawingml/2006/table">
            <a:tbl>
              <a:tblPr firstRow="1" bandRow="1">
                <a:tableStyleId>{5C22544A-7EE6-4342-B048-85BDC9FD1C3A}</a:tableStyleId>
              </a:tblPr>
              <a:tblGrid>
                <a:gridCol w="617229">
                  <a:extLst>
                    <a:ext uri="{9D8B030D-6E8A-4147-A177-3AD203B41FA5}">
                      <a16:colId xmlns:a16="http://schemas.microsoft.com/office/drawing/2014/main" val="266399315"/>
                    </a:ext>
                  </a:extLst>
                </a:gridCol>
                <a:gridCol w="4107171">
                  <a:extLst>
                    <a:ext uri="{9D8B030D-6E8A-4147-A177-3AD203B41FA5}">
                      <a16:colId xmlns:a16="http://schemas.microsoft.com/office/drawing/2014/main" val="3120722113"/>
                    </a:ext>
                  </a:extLst>
                </a:gridCol>
              </a:tblGrid>
              <a:tr h="563880">
                <a:tc>
                  <a:txBody>
                    <a:bodyPr/>
                    <a:lstStyle/>
                    <a:p>
                      <a:pPr algn="ctr"/>
                      <a:endParaRPr lang="zh-CN" altLang="en-US" sz="2400" b="1">
                        <a:solidFill>
                          <a:schemeClr val="bg1"/>
                        </a:solidFill>
                        <a:latin typeface="+mj-ea"/>
                        <a:ea typeface="+mj-ea"/>
                      </a:endParaRPr>
                    </a:p>
                  </a:txBody>
                  <a:tcPr>
                    <a:noFill/>
                  </a:tcPr>
                </a:tc>
                <a:tc>
                  <a:txBody>
                    <a:bodyPr/>
                    <a:lstStyle/>
                    <a:p>
                      <a:pPr algn="ctr"/>
                      <a:r>
                        <a:rPr lang="en-US" altLang="zh-CN" sz="2400" b="1" dirty="0">
                          <a:solidFill>
                            <a:schemeClr val="bg1"/>
                          </a:solidFill>
                          <a:latin typeface="+mj-ea"/>
                          <a:ea typeface="+mj-ea"/>
                        </a:rPr>
                        <a:t>FOLLOW</a:t>
                      </a:r>
                      <a:r>
                        <a:rPr lang="zh-CN" altLang="en-US" sz="2400" b="1" dirty="0">
                          <a:solidFill>
                            <a:schemeClr val="bg1"/>
                          </a:solidFill>
                          <a:latin typeface="+mj-ea"/>
                          <a:ea typeface="+mj-ea"/>
                        </a:rPr>
                        <a:t>集</a:t>
                      </a:r>
                    </a:p>
                  </a:txBody>
                  <a:tcPr>
                    <a:noFill/>
                  </a:tcPr>
                </a:tc>
                <a:extLst>
                  <a:ext uri="{0D108BD9-81ED-4DB2-BD59-A6C34878D82A}">
                    <a16:rowId xmlns:a16="http://schemas.microsoft.com/office/drawing/2014/main" val="1263443095"/>
                  </a:ext>
                </a:extLst>
              </a:tr>
              <a:tr h="563880">
                <a:tc>
                  <a:txBody>
                    <a:bodyPr/>
                    <a:lstStyle/>
                    <a:p>
                      <a:pPr algn="l"/>
                      <a:r>
                        <a:rPr lang="en-US" altLang="zh-CN" sz="2400" b="1" dirty="0">
                          <a:solidFill>
                            <a:schemeClr val="bg1"/>
                          </a:solidFill>
                          <a:latin typeface="+mj-ea"/>
                          <a:ea typeface="+mj-ea"/>
                        </a:rPr>
                        <a:t> S</a:t>
                      </a:r>
                      <a:r>
                        <a:rPr lang="zh-CN" altLang="en-US" sz="2400" b="1" dirty="0">
                          <a:solidFill>
                            <a:schemeClr val="bg1"/>
                          </a:solidFill>
                          <a:latin typeface="+mj-ea"/>
                          <a:ea typeface="+mj-ea"/>
                        </a:rPr>
                        <a:t>’</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kern="1200" dirty="0">
                          <a:solidFill>
                            <a:schemeClr val="bg1"/>
                          </a:solidFill>
                          <a:latin typeface="+mj-ea"/>
                          <a:ea typeface="+mn-ea"/>
                          <a:cs typeface="+mn-cs"/>
                        </a:rPr>
                        <a:t>#</a:t>
                      </a:r>
                      <a:endParaRPr lang="zh-CN" altLang="en-US" sz="2400" b="1" kern="1200" dirty="0">
                        <a:solidFill>
                          <a:schemeClr val="bg1"/>
                        </a:solidFill>
                        <a:latin typeface="+mj-ea"/>
                        <a:ea typeface="+mn-ea"/>
                        <a:cs typeface="+mn-cs"/>
                      </a:endParaRPr>
                    </a:p>
                  </a:txBody>
                  <a:tcPr>
                    <a:noFill/>
                  </a:tcPr>
                </a:tc>
                <a:extLst>
                  <a:ext uri="{0D108BD9-81ED-4DB2-BD59-A6C34878D82A}">
                    <a16:rowId xmlns:a16="http://schemas.microsoft.com/office/drawing/2014/main" val="837315073"/>
                  </a:ext>
                </a:extLst>
              </a:tr>
              <a:tr h="563880">
                <a:tc>
                  <a:txBody>
                    <a:bodyPr/>
                    <a:lstStyle/>
                    <a:p>
                      <a:pPr algn="ctr"/>
                      <a:r>
                        <a:rPr lang="en-US" altLang="zh-CN" sz="2400" b="1" dirty="0">
                          <a:solidFill>
                            <a:schemeClr val="bg1"/>
                          </a:solidFill>
                          <a:latin typeface="+mj-ea"/>
                          <a:ea typeface="+mj-ea"/>
                        </a:rPr>
                        <a:t>E</a:t>
                      </a:r>
                      <a:endParaRPr lang="zh-CN" altLang="en-US" sz="2400" b="1" dirty="0">
                        <a:solidFill>
                          <a:schemeClr val="bg1"/>
                        </a:solidFill>
                        <a:latin typeface="+mj-ea"/>
                        <a:ea typeface="+mj-ea"/>
                      </a:endParaRPr>
                    </a:p>
                  </a:txBody>
                  <a:tcPr>
                    <a:noFill/>
                  </a:tcPr>
                </a:tc>
                <a:tc>
                  <a:txBody>
                    <a:bodyPr/>
                    <a:lstStyle/>
                    <a:p>
                      <a:pPr algn="ctr"/>
                      <a:r>
                        <a:rPr lang="en-US" altLang="zh-CN" sz="2400" b="1" dirty="0">
                          <a:solidFill>
                            <a:schemeClr val="bg1"/>
                          </a:solidFill>
                          <a:latin typeface="+mj-ea"/>
                          <a:ea typeface="+mj-ea"/>
                        </a:rPr>
                        <a:t>+    )    #</a:t>
                      </a:r>
                      <a:endParaRPr lang="zh-CN" altLang="en-US" sz="2400" b="1" dirty="0">
                        <a:solidFill>
                          <a:schemeClr val="bg1"/>
                        </a:solidFill>
                        <a:latin typeface="+mj-ea"/>
                        <a:ea typeface="+mj-ea"/>
                      </a:endParaRPr>
                    </a:p>
                  </a:txBody>
                  <a:tcPr>
                    <a:noFill/>
                  </a:tcPr>
                </a:tc>
                <a:extLst>
                  <a:ext uri="{0D108BD9-81ED-4DB2-BD59-A6C34878D82A}">
                    <a16:rowId xmlns:a16="http://schemas.microsoft.com/office/drawing/2014/main" val="3233228398"/>
                  </a:ext>
                </a:extLst>
              </a:tr>
              <a:tr h="563880">
                <a:tc>
                  <a:txBody>
                    <a:bodyPr/>
                    <a:lstStyle/>
                    <a:p>
                      <a:pPr algn="ctr"/>
                      <a:r>
                        <a:rPr lang="en-US" altLang="zh-CN" sz="2400" b="1" dirty="0">
                          <a:solidFill>
                            <a:schemeClr val="bg1"/>
                          </a:solidFill>
                          <a:latin typeface="+mj-ea"/>
                          <a:ea typeface="+mj-ea"/>
                        </a:rPr>
                        <a:t>T</a:t>
                      </a:r>
                      <a:endParaRPr lang="zh-CN" altLang="en-US" sz="2400" b="1" dirty="0">
                        <a:solidFill>
                          <a:schemeClr val="bg1"/>
                        </a:solidFill>
                        <a:latin typeface="+mj-ea"/>
                        <a:ea typeface="+mj-ea"/>
                      </a:endParaRP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kern="1200" dirty="0">
                          <a:solidFill>
                            <a:schemeClr val="bg1"/>
                          </a:solidFill>
                          <a:latin typeface="+mj-ea"/>
                          <a:ea typeface="+mn-ea"/>
                          <a:cs typeface="+mn-cs"/>
                        </a:rPr>
                        <a:t>+    *    )    #</a:t>
                      </a:r>
                      <a:endParaRPr lang="zh-CN" altLang="en-US" sz="2400" b="1" kern="1200" dirty="0">
                        <a:solidFill>
                          <a:schemeClr val="bg1"/>
                        </a:solidFill>
                        <a:latin typeface="+mj-ea"/>
                        <a:ea typeface="+mn-ea"/>
                        <a:cs typeface="+mn-cs"/>
                      </a:endParaRPr>
                    </a:p>
                  </a:txBody>
                  <a:tcPr>
                    <a:noFill/>
                  </a:tcPr>
                </a:tc>
                <a:extLst>
                  <a:ext uri="{0D108BD9-81ED-4DB2-BD59-A6C34878D82A}">
                    <a16:rowId xmlns:a16="http://schemas.microsoft.com/office/drawing/2014/main" val="1015522164"/>
                  </a:ext>
                </a:extLst>
              </a:tr>
              <a:tr h="563880">
                <a:tc>
                  <a:txBody>
                    <a:bodyPr/>
                    <a:lstStyle/>
                    <a:p>
                      <a:pPr algn="ctr"/>
                      <a:r>
                        <a:rPr lang="en-US" altLang="zh-CN" sz="2400" b="1" dirty="0">
                          <a:solidFill>
                            <a:schemeClr val="bg1"/>
                          </a:solidFill>
                          <a:latin typeface="+mj-ea"/>
                          <a:ea typeface="+mj-ea"/>
                        </a:rPr>
                        <a:t>F</a:t>
                      </a:r>
                      <a:endParaRPr lang="zh-CN" altLang="en-US" sz="2400" b="1" dirty="0">
                        <a:solidFill>
                          <a:schemeClr val="bg1"/>
                        </a:solidFill>
                        <a:latin typeface="+mj-ea"/>
                        <a:ea typeface="+mj-ea"/>
                      </a:endParaRP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kern="1200" dirty="0">
                          <a:solidFill>
                            <a:schemeClr val="bg1"/>
                          </a:solidFill>
                          <a:latin typeface="+mj-ea"/>
                          <a:ea typeface="+mn-ea"/>
                          <a:cs typeface="+mn-cs"/>
                        </a:rPr>
                        <a:t>+    *    )    #</a:t>
                      </a:r>
                      <a:endParaRPr lang="zh-CN" altLang="en-US" sz="2400" b="1" kern="1200" dirty="0">
                        <a:solidFill>
                          <a:schemeClr val="bg1"/>
                        </a:solidFill>
                        <a:latin typeface="+mj-ea"/>
                        <a:ea typeface="+mn-ea"/>
                        <a:cs typeface="+mn-cs"/>
                      </a:endParaRPr>
                    </a:p>
                  </a:txBody>
                  <a:tcPr>
                    <a:noFill/>
                  </a:tcPr>
                </a:tc>
                <a:extLst>
                  <a:ext uri="{0D108BD9-81ED-4DB2-BD59-A6C34878D82A}">
                    <a16:rowId xmlns:a16="http://schemas.microsoft.com/office/drawing/2014/main" val="2123326335"/>
                  </a:ext>
                </a:extLst>
              </a:tr>
            </a:tbl>
          </a:graphicData>
        </a:graphic>
      </p:graphicFrame>
    </p:spTree>
    <p:extLst>
      <p:ext uri="{BB962C8B-B14F-4D97-AF65-F5344CB8AC3E}">
        <p14:creationId xmlns:p14="http://schemas.microsoft.com/office/powerpoint/2010/main" val="158412742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F229281-CA0D-42C5-ACEC-D85C4EE175F1}"/>
              </a:ext>
            </a:extLst>
          </p:cNvPr>
          <p:cNvSpPr>
            <a:spLocks noGrp="1"/>
          </p:cNvSpPr>
          <p:nvPr>
            <p:ph type="title"/>
          </p:nvPr>
        </p:nvSpPr>
        <p:spPr/>
        <p:txBody>
          <a:bodyPr/>
          <a:lstStyle/>
          <a:p>
            <a:r>
              <a:rPr lang="en-US" altLang="zh-CN"/>
              <a:t>SLR(1)</a:t>
            </a:r>
            <a:r>
              <a:rPr lang="zh-CN" altLang="en-US"/>
              <a:t>分析表</a:t>
            </a:r>
          </a:p>
        </p:txBody>
      </p:sp>
      <p:graphicFrame>
        <p:nvGraphicFramePr>
          <p:cNvPr id="6" name="表格 5">
            <a:extLst>
              <a:ext uri="{FF2B5EF4-FFF2-40B4-BE49-F238E27FC236}">
                <a16:creationId xmlns:a16="http://schemas.microsoft.com/office/drawing/2014/main" id="{99AB38C1-97D8-4FBA-ABBE-C30262E177CA}"/>
              </a:ext>
            </a:extLst>
          </p:cNvPr>
          <p:cNvGraphicFramePr>
            <a:graphicFrameLocks noGrp="1"/>
          </p:cNvGraphicFramePr>
          <p:nvPr>
            <p:extLst>
              <p:ext uri="{D42A27DB-BD31-4B8C-83A1-F6EECF244321}">
                <p14:modId xmlns:p14="http://schemas.microsoft.com/office/powerpoint/2010/main" val="1305153923"/>
              </p:ext>
            </p:extLst>
          </p:nvPr>
        </p:nvGraphicFramePr>
        <p:xfrm>
          <a:off x="1562100" y="990600"/>
          <a:ext cx="9067800" cy="5638794"/>
        </p:xfrm>
        <a:graphic>
          <a:graphicData uri="http://schemas.openxmlformats.org/drawingml/2006/table">
            <a:tbl>
              <a:tblPr firstRow="1" bandRow="1">
                <a:tableStyleId>{5C22544A-7EE6-4342-B048-85BDC9FD1C3A}</a:tableStyleId>
              </a:tblPr>
              <a:tblGrid>
                <a:gridCol w="906780">
                  <a:extLst>
                    <a:ext uri="{9D8B030D-6E8A-4147-A177-3AD203B41FA5}">
                      <a16:colId xmlns:a16="http://schemas.microsoft.com/office/drawing/2014/main" val="2476146607"/>
                    </a:ext>
                  </a:extLst>
                </a:gridCol>
                <a:gridCol w="906780">
                  <a:extLst>
                    <a:ext uri="{9D8B030D-6E8A-4147-A177-3AD203B41FA5}">
                      <a16:colId xmlns:a16="http://schemas.microsoft.com/office/drawing/2014/main" val="1977839648"/>
                    </a:ext>
                  </a:extLst>
                </a:gridCol>
                <a:gridCol w="906780">
                  <a:extLst>
                    <a:ext uri="{9D8B030D-6E8A-4147-A177-3AD203B41FA5}">
                      <a16:colId xmlns:a16="http://schemas.microsoft.com/office/drawing/2014/main" val="2552376683"/>
                    </a:ext>
                  </a:extLst>
                </a:gridCol>
                <a:gridCol w="906780">
                  <a:extLst>
                    <a:ext uri="{9D8B030D-6E8A-4147-A177-3AD203B41FA5}">
                      <a16:colId xmlns:a16="http://schemas.microsoft.com/office/drawing/2014/main" val="1549670578"/>
                    </a:ext>
                  </a:extLst>
                </a:gridCol>
                <a:gridCol w="906780">
                  <a:extLst>
                    <a:ext uri="{9D8B030D-6E8A-4147-A177-3AD203B41FA5}">
                      <a16:colId xmlns:a16="http://schemas.microsoft.com/office/drawing/2014/main" val="2848674635"/>
                    </a:ext>
                  </a:extLst>
                </a:gridCol>
                <a:gridCol w="906780">
                  <a:extLst>
                    <a:ext uri="{9D8B030D-6E8A-4147-A177-3AD203B41FA5}">
                      <a16:colId xmlns:a16="http://schemas.microsoft.com/office/drawing/2014/main" val="2208375538"/>
                    </a:ext>
                  </a:extLst>
                </a:gridCol>
                <a:gridCol w="906780">
                  <a:extLst>
                    <a:ext uri="{9D8B030D-6E8A-4147-A177-3AD203B41FA5}">
                      <a16:colId xmlns:a16="http://schemas.microsoft.com/office/drawing/2014/main" val="2358648558"/>
                    </a:ext>
                  </a:extLst>
                </a:gridCol>
                <a:gridCol w="906780">
                  <a:extLst>
                    <a:ext uri="{9D8B030D-6E8A-4147-A177-3AD203B41FA5}">
                      <a16:colId xmlns:a16="http://schemas.microsoft.com/office/drawing/2014/main" val="2436012456"/>
                    </a:ext>
                  </a:extLst>
                </a:gridCol>
                <a:gridCol w="906780">
                  <a:extLst>
                    <a:ext uri="{9D8B030D-6E8A-4147-A177-3AD203B41FA5}">
                      <a16:colId xmlns:a16="http://schemas.microsoft.com/office/drawing/2014/main" val="702933006"/>
                    </a:ext>
                  </a:extLst>
                </a:gridCol>
                <a:gridCol w="906780">
                  <a:extLst>
                    <a:ext uri="{9D8B030D-6E8A-4147-A177-3AD203B41FA5}">
                      <a16:colId xmlns:a16="http://schemas.microsoft.com/office/drawing/2014/main" val="3318016732"/>
                    </a:ext>
                  </a:extLst>
                </a:gridCol>
              </a:tblGrid>
              <a:tr h="402771">
                <a:tc rowSpan="2">
                  <a:txBody>
                    <a:bodyPr/>
                    <a:lstStyle/>
                    <a:p>
                      <a:pPr algn="ctr"/>
                      <a:r>
                        <a:rPr lang="zh-CN" altLang="en-US" sz="2000" b="1">
                          <a:solidFill>
                            <a:schemeClr val="bg1"/>
                          </a:solidFill>
                          <a:latin typeface="+mj-ea"/>
                          <a:ea typeface="+mj-ea"/>
                        </a:rPr>
                        <a:t>状态</a:t>
                      </a:r>
                    </a:p>
                  </a:txBody>
                  <a:tcPr anchor="ctr" anchorCtr="1">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a:r>
                        <a:rPr lang="en-US" altLang="zh-CN" sz="2000" b="1">
                          <a:solidFill>
                            <a:schemeClr val="bg1"/>
                          </a:solidFill>
                          <a:latin typeface="+mj-ea"/>
                          <a:ea typeface="+mj-ea"/>
                        </a:rPr>
                        <a:t>action</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algn="ctr"/>
                      <a:r>
                        <a:rPr lang="en-US" altLang="zh-CN" sz="2000" b="1">
                          <a:solidFill>
                            <a:schemeClr val="bg1"/>
                          </a:solidFill>
                          <a:latin typeface="+mj-ea"/>
                          <a:ea typeface="+mj-ea"/>
                        </a:rPr>
                        <a:t>goto</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895451619"/>
                  </a:ext>
                </a:extLst>
              </a:tr>
              <a:tr h="402771">
                <a:tc vMerge="1">
                  <a:txBody>
                    <a:bodyPr/>
                    <a:lstStyle/>
                    <a:p>
                      <a:endParaRPr lang="zh-CN" altLang="en-US"/>
                    </a:p>
                  </a:txBody>
                  <a:tcPr/>
                </a:tc>
                <a:tc>
                  <a:txBody>
                    <a:bodyPr/>
                    <a:lstStyle/>
                    <a:p>
                      <a:pPr algn="ctr"/>
                      <a:r>
                        <a:rPr lang="en-US" altLang="zh-CN" sz="2000" b="1">
                          <a:solidFill>
                            <a:schemeClr val="bg1"/>
                          </a:solidFill>
                          <a:latin typeface="+mj-ea"/>
                          <a:ea typeface="+mj-ea"/>
                        </a:rPr>
                        <a:t>i</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E</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T</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F</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3409743"/>
                  </a:ext>
                </a:extLst>
              </a:tr>
              <a:tr h="402771">
                <a:tc>
                  <a:txBody>
                    <a:bodyPr/>
                    <a:lstStyle/>
                    <a:p>
                      <a:pPr algn="ctr"/>
                      <a:r>
                        <a:rPr lang="en-US" altLang="zh-CN" sz="2000" b="1">
                          <a:solidFill>
                            <a:schemeClr val="bg1"/>
                          </a:solidFill>
                          <a:latin typeface="+mj-ea"/>
                          <a:ea typeface="+mj-ea"/>
                        </a:rPr>
                        <a:t>0</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s5</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s4</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1</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2</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3</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7600195"/>
                  </a:ext>
                </a:extLst>
              </a:tr>
              <a:tr h="402771">
                <a:tc>
                  <a:txBody>
                    <a:bodyPr/>
                    <a:lstStyle/>
                    <a:p>
                      <a:pPr algn="ctr"/>
                      <a:r>
                        <a:rPr lang="en-US" altLang="zh-CN" sz="2000" b="1">
                          <a:solidFill>
                            <a:schemeClr val="bg1"/>
                          </a:solidFill>
                          <a:latin typeface="+mj-ea"/>
                          <a:ea typeface="+mj-ea"/>
                        </a:rPr>
                        <a:t>1</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s6</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acc</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3207202"/>
                  </a:ext>
                </a:extLst>
              </a:tr>
              <a:tr h="402771">
                <a:tc>
                  <a:txBody>
                    <a:bodyPr/>
                    <a:lstStyle/>
                    <a:p>
                      <a:pPr algn="ctr"/>
                      <a:r>
                        <a:rPr lang="en-US" altLang="zh-CN" sz="2000" b="1">
                          <a:solidFill>
                            <a:schemeClr val="bg1"/>
                          </a:solidFill>
                          <a:latin typeface="+mj-ea"/>
                          <a:ea typeface="+mj-ea"/>
                        </a:rPr>
                        <a:t>2</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r2</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s7</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r2</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r2</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3308579"/>
                  </a:ext>
                </a:extLst>
              </a:tr>
              <a:tr h="402771">
                <a:tc>
                  <a:txBody>
                    <a:bodyPr/>
                    <a:lstStyle/>
                    <a:p>
                      <a:pPr algn="ctr"/>
                      <a:r>
                        <a:rPr lang="en-US" altLang="zh-CN" sz="2000" b="1">
                          <a:solidFill>
                            <a:schemeClr val="bg1"/>
                          </a:solidFill>
                          <a:latin typeface="+mj-ea"/>
                          <a:ea typeface="+mj-ea"/>
                        </a:rPr>
                        <a:t>3</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dirty="0" err="1">
                          <a:solidFill>
                            <a:schemeClr val="bg1"/>
                          </a:solidFill>
                          <a:latin typeface="+mj-ea"/>
                          <a:ea typeface="+mj-ea"/>
                        </a:rPr>
                        <a:t>r4</a:t>
                      </a:r>
                      <a:endParaRPr lang="zh-CN" altLang="en-US" sz="2000" b="1" dirty="0">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r4</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r4</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r4</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0196044"/>
                  </a:ext>
                </a:extLst>
              </a:tr>
              <a:tr h="402771">
                <a:tc>
                  <a:txBody>
                    <a:bodyPr/>
                    <a:lstStyle/>
                    <a:p>
                      <a:pPr algn="ctr"/>
                      <a:r>
                        <a:rPr lang="en-US" altLang="zh-CN" sz="2000" b="1">
                          <a:solidFill>
                            <a:schemeClr val="bg1"/>
                          </a:solidFill>
                          <a:latin typeface="+mj-ea"/>
                          <a:ea typeface="+mj-ea"/>
                        </a:rPr>
                        <a:t>4</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s5</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s4</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8</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2</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3</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1496823"/>
                  </a:ext>
                </a:extLst>
              </a:tr>
              <a:tr h="402771">
                <a:tc>
                  <a:txBody>
                    <a:bodyPr/>
                    <a:lstStyle/>
                    <a:p>
                      <a:pPr algn="ctr"/>
                      <a:r>
                        <a:rPr lang="en-US" altLang="zh-CN" sz="2000" b="1">
                          <a:solidFill>
                            <a:schemeClr val="bg1"/>
                          </a:solidFill>
                          <a:latin typeface="+mj-ea"/>
                          <a:ea typeface="+mj-ea"/>
                        </a:rPr>
                        <a:t>5</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r6</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r6</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r6</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r6</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2824650"/>
                  </a:ext>
                </a:extLst>
              </a:tr>
              <a:tr h="402771">
                <a:tc>
                  <a:txBody>
                    <a:bodyPr/>
                    <a:lstStyle/>
                    <a:p>
                      <a:pPr algn="ctr"/>
                      <a:r>
                        <a:rPr lang="en-US" altLang="zh-CN" sz="2000" b="1">
                          <a:solidFill>
                            <a:schemeClr val="bg1"/>
                          </a:solidFill>
                          <a:latin typeface="+mj-ea"/>
                          <a:ea typeface="+mj-ea"/>
                        </a:rPr>
                        <a:t>6</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s5</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s4</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9</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3</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3808116"/>
                  </a:ext>
                </a:extLst>
              </a:tr>
              <a:tr h="402771">
                <a:tc>
                  <a:txBody>
                    <a:bodyPr/>
                    <a:lstStyle/>
                    <a:p>
                      <a:pPr algn="ctr"/>
                      <a:r>
                        <a:rPr lang="en-US" altLang="zh-CN" sz="2000" b="1">
                          <a:solidFill>
                            <a:schemeClr val="bg1"/>
                          </a:solidFill>
                          <a:latin typeface="+mj-ea"/>
                          <a:ea typeface="+mj-ea"/>
                        </a:rPr>
                        <a:t>7</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s5</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s4</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10</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8834977"/>
                  </a:ext>
                </a:extLst>
              </a:tr>
              <a:tr h="402771">
                <a:tc>
                  <a:txBody>
                    <a:bodyPr/>
                    <a:lstStyle/>
                    <a:p>
                      <a:pPr algn="ctr"/>
                      <a:r>
                        <a:rPr lang="en-US" altLang="zh-CN" sz="2000" b="1">
                          <a:solidFill>
                            <a:schemeClr val="bg1"/>
                          </a:solidFill>
                          <a:latin typeface="+mj-ea"/>
                          <a:ea typeface="+mj-ea"/>
                        </a:rPr>
                        <a:t>8</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s6</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s11</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0791241"/>
                  </a:ext>
                </a:extLst>
              </a:tr>
              <a:tr h="402771">
                <a:tc>
                  <a:txBody>
                    <a:bodyPr/>
                    <a:lstStyle/>
                    <a:p>
                      <a:pPr algn="ctr"/>
                      <a:r>
                        <a:rPr lang="en-US" altLang="zh-CN" sz="2000" b="1">
                          <a:solidFill>
                            <a:schemeClr val="bg1"/>
                          </a:solidFill>
                          <a:latin typeface="+mj-ea"/>
                          <a:ea typeface="+mj-ea"/>
                        </a:rPr>
                        <a:t>9</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r1</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s7</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r1</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r1</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5756509"/>
                  </a:ext>
                </a:extLst>
              </a:tr>
              <a:tr h="402771">
                <a:tc>
                  <a:txBody>
                    <a:bodyPr/>
                    <a:lstStyle/>
                    <a:p>
                      <a:pPr algn="ctr"/>
                      <a:r>
                        <a:rPr lang="en-US" altLang="zh-CN" sz="2000" b="1">
                          <a:solidFill>
                            <a:schemeClr val="bg1"/>
                          </a:solidFill>
                          <a:latin typeface="+mj-ea"/>
                          <a:ea typeface="+mj-ea"/>
                        </a:rPr>
                        <a:t>10</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r3</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r3</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r3</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r3</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4240283"/>
                  </a:ext>
                </a:extLst>
              </a:tr>
              <a:tr h="402771">
                <a:tc>
                  <a:txBody>
                    <a:bodyPr/>
                    <a:lstStyle/>
                    <a:p>
                      <a:pPr algn="ctr"/>
                      <a:r>
                        <a:rPr lang="en-US" altLang="zh-CN" sz="2000" b="1">
                          <a:solidFill>
                            <a:schemeClr val="bg1"/>
                          </a:solidFill>
                          <a:latin typeface="+mj-ea"/>
                          <a:ea typeface="+mj-ea"/>
                        </a:rPr>
                        <a:t>11</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r5</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r5</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r5</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000" b="1">
                          <a:solidFill>
                            <a:schemeClr val="bg1"/>
                          </a:solidFill>
                          <a:latin typeface="+mj-ea"/>
                          <a:ea typeface="+mj-ea"/>
                        </a:rPr>
                        <a:t>r5</a:t>
                      </a: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000" b="1" dirty="0">
                        <a:solidFill>
                          <a:schemeClr val="bg1"/>
                        </a:solidFill>
                        <a:latin typeface="+mj-ea"/>
                        <a:ea typeface="+mj-ea"/>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3505048"/>
                  </a:ext>
                </a:extLst>
              </a:tr>
            </a:tbl>
          </a:graphicData>
        </a:graphic>
      </p:graphicFrame>
    </p:spTree>
    <p:extLst>
      <p:ext uri="{BB962C8B-B14F-4D97-AF65-F5344CB8AC3E}">
        <p14:creationId xmlns:p14="http://schemas.microsoft.com/office/powerpoint/2010/main" val="141901673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8" name="Rectangle 2"/>
          <p:cNvSpPr>
            <a:spLocks noGrp="1" noChangeArrowheads="1"/>
          </p:cNvSpPr>
          <p:nvPr>
            <p:ph idx="1"/>
          </p:nvPr>
        </p:nvSpPr>
        <p:spPr/>
        <p:txBody>
          <a:bodyPr/>
          <a:lstStyle/>
          <a:p>
            <a:r>
              <a:rPr lang="zh-CN" altLang="en-US" dirty="0"/>
              <a:t>若一个文法</a:t>
            </a:r>
            <a:r>
              <a:rPr lang="en-US" altLang="zh-CN" dirty="0"/>
              <a:t>G</a:t>
            </a:r>
            <a:r>
              <a:rPr lang="zh-CN" altLang="en-US" dirty="0"/>
              <a:t>的</a:t>
            </a:r>
            <a:r>
              <a:rPr lang="en-US" altLang="zh-CN" dirty="0"/>
              <a:t>SLR(1)</a:t>
            </a:r>
            <a:r>
              <a:rPr lang="zh-CN" altLang="en-US" dirty="0"/>
              <a:t>分析表不含冲突表项，则该文法</a:t>
            </a:r>
            <a:r>
              <a:rPr lang="en-US" altLang="zh-CN" dirty="0"/>
              <a:t>G</a:t>
            </a:r>
            <a:r>
              <a:rPr lang="zh-CN" altLang="en-US" dirty="0"/>
              <a:t>是</a:t>
            </a:r>
            <a:r>
              <a:rPr lang="en-US" altLang="zh-CN" dirty="0"/>
              <a:t>SLR(1)</a:t>
            </a:r>
            <a:r>
              <a:rPr lang="zh-CN" altLang="en-US" dirty="0"/>
              <a:t>文法。</a:t>
            </a:r>
            <a:endParaRPr lang="en-US" altLang="zh-CN" dirty="0"/>
          </a:p>
          <a:p>
            <a:r>
              <a:rPr lang="zh-CN" altLang="en-US" dirty="0"/>
              <a:t>若一个文法</a:t>
            </a:r>
            <a:r>
              <a:rPr lang="en-US" altLang="zh-CN" dirty="0"/>
              <a:t>G</a:t>
            </a:r>
            <a:r>
              <a:rPr lang="zh-CN" altLang="en-US" dirty="0"/>
              <a:t>的</a:t>
            </a:r>
            <a:r>
              <a:rPr lang="en-US" altLang="zh-CN" dirty="0"/>
              <a:t>SLR(1)</a:t>
            </a:r>
            <a:r>
              <a:rPr lang="zh-CN" altLang="en-US" dirty="0"/>
              <a:t>分析表包含冲突表项，则该文法</a:t>
            </a:r>
            <a:r>
              <a:rPr lang="en-US" altLang="zh-CN" dirty="0"/>
              <a:t>G</a:t>
            </a:r>
            <a:r>
              <a:rPr lang="zh-CN" altLang="en-US" dirty="0"/>
              <a:t>不是</a:t>
            </a:r>
            <a:r>
              <a:rPr lang="en-US" altLang="zh-CN" dirty="0"/>
              <a:t>SLR(1)</a:t>
            </a:r>
            <a:r>
              <a:rPr lang="zh-CN" altLang="en-US" dirty="0"/>
              <a:t>文法。</a:t>
            </a:r>
          </a:p>
          <a:p>
            <a:endParaRPr lang="zh-CN" altLang="en-US" dirty="0"/>
          </a:p>
          <a:p>
            <a:endParaRPr lang="zh-CN" altLang="en-US" dirty="0"/>
          </a:p>
        </p:txBody>
      </p:sp>
      <p:sp>
        <p:nvSpPr>
          <p:cNvPr id="103427" name="Rectangle 4"/>
          <p:cNvSpPr>
            <a:spLocks noGrp="1" noChangeArrowheads="1"/>
          </p:cNvSpPr>
          <p:nvPr>
            <p:ph type="title"/>
          </p:nvPr>
        </p:nvSpPr>
        <p:spPr/>
        <p:txBody>
          <a:bodyPr/>
          <a:lstStyle/>
          <a:p>
            <a:r>
              <a:rPr lang="en-US" altLang="zh-CN"/>
              <a:t>SLR(1)</a:t>
            </a:r>
            <a:r>
              <a:rPr lang="zh-CN" altLang="en-US"/>
              <a:t>文法</a:t>
            </a:r>
          </a:p>
        </p:txBody>
      </p:sp>
    </p:spTree>
    <p:extLst>
      <p:ext uri="{BB962C8B-B14F-4D97-AF65-F5344CB8AC3E}">
        <p14:creationId xmlns:p14="http://schemas.microsoft.com/office/powerpoint/2010/main" val="8323746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8" name="Rectangle 2"/>
          <p:cNvSpPr>
            <a:spLocks noGrp="1" noChangeArrowheads="1"/>
          </p:cNvSpPr>
          <p:nvPr>
            <p:ph idx="1"/>
          </p:nvPr>
        </p:nvSpPr>
        <p:spPr/>
        <p:txBody>
          <a:bodyPr/>
          <a:lstStyle/>
          <a:p>
            <a:r>
              <a:rPr lang="en-US" altLang="zh-CN" dirty="0" err="1"/>
              <a:t>LR</a:t>
            </a:r>
            <a:r>
              <a:rPr lang="en-US" altLang="zh-CN" dirty="0"/>
              <a:t>(0)</a:t>
            </a:r>
            <a:r>
              <a:rPr lang="zh-CN" altLang="en-US" dirty="0"/>
              <a:t>文法：</a:t>
            </a:r>
            <a:r>
              <a:rPr lang="en-US" altLang="zh-CN" dirty="0" err="1"/>
              <a:t>LR</a:t>
            </a:r>
            <a:r>
              <a:rPr lang="en-US" altLang="zh-CN" dirty="0"/>
              <a:t>(0)</a:t>
            </a:r>
            <a:r>
              <a:rPr lang="zh-CN" altLang="en-US" dirty="0"/>
              <a:t>分析表不含冲突表项</a:t>
            </a:r>
          </a:p>
          <a:p>
            <a:r>
              <a:rPr lang="en-US" altLang="zh-CN" dirty="0" err="1"/>
              <a:t>SLR</a:t>
            </a:r>
            <a:r>
              <a:rPr lang="en-US" altLang="zh-CN" dirty="0"/>
              <a:t>(1)</a:t>
            </a:r>
            <a:r>
              <a:rPr lang="zh-CN" altLang="en-US" dirty="0"/>
              <a:t>文法：</a:t>
            </a:r>
            <a:r>
              <a:rPr lang="en-US" altLang="zh-CN" dirty="0" err="1"/>
              <a:t>SLR</a:t>
            </a:r>
            <a:r>
              <a:rPr lang="en-US" altLang="zh-CN" dirty="0"/>
              <a:t>(1)</a:t>
            </a:r>
            <a:r>
              <a:rPr lang="zh-CN" altLang="en-US" dirty="0"/>
              <a:t>分析表不含冲突表项</a:t>
            </a:r>
            <a:endParaRPr lang="en-US" altLang="zh-CN" dirty="0"/>
          </a:p>
          <a:p>
            <a:r>
              <a:rPr lang="en-US" altLang="zh-CN" dirty="0" err="1"/>
              <a:t>LR</a:t>
            </a:r>
            <a:r>
              <a:rPr lang="en-US" altLang="zh-CN" dirty="0"/>
              <a:t>(1)</a:t>
            </a:r>
            <a:r>
              <a:rPr lang="zh-CN" altLang="en-US" dirty="0"/>
              <a:t>文法：</a:t>
            </a:r>
            <a:r>
              <a:rPr lang="en-US" altLang="zh-CN" dirty="0" err="1"/>
              <a:t>LR</a:t>
            </a:r>
            <a:r>
              <a:rPr lang="en-US" altLang="zh-CN" dirty="0"/>
              <a:t>(1)</a:t>
            </a:r>
            <a:r>
              <a:rPr lang="zh-CN" altLang="en-US" dirty="0"/>
              <a:t>分析表不含冲突表项</a:t>
            </a:r>
          </a:p>
          <a:p>
            <a:r>
              <a:rPr lang="en-US" altLang="zh-CN" dirty="0"/>
              <a:t>LALR(1)</a:t>
            </a:r>
            <a:r>
              <a:rPr lang="zh-CN" altLang="en-US" dirty="0"/>
              <a:t>文法：</a:t>
            </a:r>
            <a:r>
              <a:rPr lang="en-US" altLang="zh-CN" dirty="0"/>
              <a:t>LALR(1)</a:t>
            </a:r>
            <a:r>
              <a:rPr lang="zh-CN" altLang="en-US" dirty="0"/>
              <a:t>分析表不含冲突表项</a:t>
            </a:r>
          </a:p>
        </p:txBody>
      </p:sp>
      <p:sp>
        <p:nvSpPr>
          <p:cNvPr id="104451" name="Rectangle 7"/>
          <p:cNvSpPr>
            <a:spLocks noGrp="1" noChangeArrowheads="1"/>
          </p:cNvSpPr>
          <p:nvPr>
            <p:ph type="title"/>
          </p:nvPr>
        </p:nvSpPr>
        <p:spPr/>
        <p:txBody>
          <a:bodyPr/>
          <a:lstStyle/>
          <a:p>
            <a:r>
              <a:rPr lang="zh-CN" altLang="en-US" dirty="0"/>
              <a:t>常见的</a:t>
            </a:r>
            <a:r>
              <a:rPr lang="en-US" altLang="zh-CN" dirty="0" err="1"/>
              <a:t>LR</a:t>
            </a:r>
            <a:r>
              <a:rPr lang="zh-CN" altLang="en-US" dirty="0"/>
              <a:t>文法</a:t>
            </a:r>
          </a:p>
        </p:txBody>
      </p:sp>
    </p:spTree>
    <p:extLst>
      <p:ext uri="{BB962C8B-B14F-4D97-AF65-F5344CB8AC3E}">
        <p14:creationId xmlns:p14="http://schemas.microsoft.com/office/powerpoint/2010/main" val="42759439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FC9D99C-4AC7-4D81-BB74-09B37FF55C5D}"/>
              </a:ext>
            </a:extLst>
          </p:cNvPr>
          <p:cNvSpPr>
            <a:spLocks noGrp="1"/>
          </p:cNvSpPr>
          <p:nvPr>
            <p:ph idx="1"/>
          </p:nvPr>
        </p:nvSpPr>
        <p:spPr>
          <a:xfrm>
            <a:off x="720000" y="900000"/>
            <a:ext cx="6214200" cy="5237998"/>
          </a:xfrm>
        </p:spPr>
        <p:txBody>
          <a:bodyPr/>
          <a:lstStyle/>
          <a:p>
            <a:r>
              <a:rPr lang="en-US" altLang="zh-CN" dirty="0" err="1"/>
              <a:t>yacc</a:t>
            </a:r>
            <a:r>
              <a:rPr lang="zh-CN" altLang="en-US" dirty="0"/>
              <a:t>的提出：</a:t>
            </a:r>
          </a:p>
          <a:p>
            <a:r>
              <a:rPr lang="en-US" altLang="zh-CN" dirty="0"/>
              <a:t>Johnson, Stephen C. [1975]. </a:t>
            </a:r>
            <a:br>
              <a:rPr lang="en-US" altLang="zh-CN" dirty="0"/>
            </a:br>
            <a:r>
              <a:rPr lang="en-US" altLang="zh-CN" dirty="0" err="1"/>
              <a:t>Yacc</a:t>
            </a:r>
            <a:r>
              <a:rPr lang="en-US" altLang="zh-CN" dirty="0"/>
              <a:t>: Yet Another Compiler Compiler.</a:t>
            </a:r>
          </a:p>
          <a:p>
            <a:endParaRPr lang="en-US" altLang="zh-CN" dirty="0"/>
          </a:p>
          <a:p>
            <a:r>
              <a:rPr lang="zh-CN" altLang="en-US" dirty="0"/>
              <a:t>开源版本： </a:t>
            </a:r>
            <a:r>
              <a:rPr lang="en-US" altLang="zh-CN" dirty="0"/>
              <a:t>Bison</a:t>
            </a:r>
          </a:p>
          <a:p>
            <a:r>
              <a:rPr lang="en-US" altLang="zh-CN" dirty="0"/>
              <a:t>http://</a:t>
            </a:r>
            <a:r>
              <a:rPr lang="en-US" altLang="zh-CN" dirty="0" err="1"/>
              <a:t>www.gnu.org</a:t>
            </a:r>
            <a:r>
              <a:rPr lang="en-US" altLang="zh-CN" dirty="0"/>
              <a:t>/software/bison/</a:t>
            </a:r>
          </a:p>
          <a:p>
            <a:endParaRPr lang="en-US" altLang="zh-CN" dirty="0"/>
          </a:p>
          <a:p>
            <a:endParaRPr lang="zh-CN" altLang="en-US" dirty="0"/>
          </a:p>
        </p:txBody>
      </p:sp>
      <p:sp>
        <p:nvSpPr>
          <p:cNvPr id="3" name="标题 2">
            <a:extLst>
              <a:ext uri="{FF2B5EF4-FFF2-40B4-BE49-F238E27FC236}">
                <a16:creationId xmlns:a16="http://schemas.microsoft.com/office/drawing/2014/main" id="{04A8DA64-9FDB-41BF-92B7-89940C281264}"/>
              </a:ext>
            </a:extLst>
          </p:cNvPr>
          <p:cNvSpPr>
            <a:spLocks noGrp="1"/>
          </p:cNvSpPr>
          <p:nvPr>
            <p:ph type="title"/>
          </p:nvPr>
        </p:nvSpPr>
        <p:spPr/>
        <p:txBody>
          <a:bodyPr/>
          <a:lstStyle/>
          <a:p>
            <a:r>
              <a:rPr lang="zh-CN" altLang="en-US"/>
              <a:t>语法分析器的自动生成</a:t>
            </a:r>
          </a:p>
        </p:txBody>
      </p:sp>
      <p:pic>
        <p:nvPicPr>
          <p:cNvPr id="5" name="图片 4">
            <a:extLst>
              <a:ext uri="{FF2B5EF4-FFF2-40B4-BE49-F238E27FC236}">
                <a16:creationId xmlns:a16="http://schemas.microsoft.com/office/drawing/2014/main" id="{749D58BA-74B0-47B4-B06D-E15C9992F435}"/>
              </a:ext>
            </a:extLst>
          </p:cNvPr>
          <p:cNvPicPr>
            <a:picLocks noChangeAspect="1"/>
          </p:cNvPicPr>
          <p:nvPr/>
        </p:nvPicPr>
        <p:blipFill>
          <a:blip r:embed="rId2"/>
          <a:stretch>
            <a:fillRect/>
          </a:stretch>
        </p:blipFill>
        <p:spPr>
          <a:xfrm>
            <a:off x="7315200" y="907142"/>
            <a:ext cx="2667000" cy="4921250"/>
          </a:xfrm>
          <a:prstGeom prst="rect">
            <a:avLst/>
          </a:prstGeom>
        </p:spPr>
      </p:pic>
    </p:spTree>
    <p:extLst>
      <p:ext uri="{BB962C8B-B14F-4D97-AF65-F5344CB8AC3E}">
        <p14:creationId xmlns:p14="http://schemas.microsoft.com/office/powerpoint/2010/main" val="187403914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731" name="Rectangle 3"/>
          <p:cNvSpPr>
            <a:spLocks noGrp="1" noChangeArrowheads="1"/>
          </p:cNvSpPr>
          <p:nvPr>
            <p:ph idx="1"/>
          </p:nvPr>
        </p:nvSpPr>
        <p:spPr/>
        <p:txBody>
          <a:bodyPr/>
          <a:lstStyle/>
          <a:p>
            <a:r>
              <a:rPr lang="en-US" altLang="zh-CN"/>
              <a:t>yacc *.</a:t>
            </a:r>
            <a:r>
              <a:rPr lang="en-US" altLang="zh-CN" dirty="0"/>
              <a:t>y</a:t>
            </a:r>
          </a:p>
          <a:p>
            <a:r>
              <a:rPr lang="zh-CN" altLang="en-US" dirty="0"/>
              <a:t>分析包含语法规则的</a:t>
            </a:r>
            <a:r>
              <a:rPr lang="en-US" altLang="zh-CN" dirty="0" err="1"/>
              <a:t>yacc</a:t>
            </a:r>
            <a:r>
              <a:rPr lang="zh-CN" altLang="en-US" dirty="0"/>
              <a:t>文件*</a:t>
            </a:r>
            <a:r>
              <a:rPr lang="en-US" altLang="zh-CN" dirty="0"/>
              <a:t>.y</a:t>
            </a:r>
            <a:r>
              <a:rPr lang="zh-CN" altLang="en-US" dirty="0"/>
              <a:t>，生成语法分析器源代码</a:t>
            </a:r>
            <a:r>
              <a:rPr lang="en-US" altLang="zh-CN" dirty="0" err="1"/>
              <a:t>y.tab</a:t>
            </a:r>
            <a:r>
              <a:rPr lang="en-US" altLang="zh-CN" err="1"/>
              <a:t>.</a:t>
            </a:r>
            <a:r>
              <a:rPr lang="en-US" altLang="zh-CN"/>
              <a:t>c</a:t>
            </a:r>
            <a:r>
              <a:rPr lang="zh-CN" altLang="en-US"/>
              <a:t>。</a:t>
            </a:r>
            <a:endParaRPr lang="zh-CN" altLang="en-US" dirty="0"/>
          </a:p>
          <a:p>
            <a:endParaRPr lang="en-US" altLang="zh-CN"/>
          </a:p>
          <a:p>
            <a:r>
              <a:rPr lang="en-US" altLang="zh-CN"/>
              <a:t>gcc y</a:t>
            </a:r>
            <a:r>
              <a:rPr lang="en-US" altLang="zh-CN" dirty="0" err="1"/>
              <a:t>.tab.c</a:t>
            </a:r>
            <a:r>
              <a:rPr lang="en-US" altLang="zh-CN" dirty="0"/>
              <a:t> </a:t>
            </a:r>
            <a:r>
              <a:rPr lang="en-US" altLang="zh-CN"/>
              <a:t>… -</a:t>
            </a:r>
            <a:r>
              <a:rPr lang="en-US" altLang="zh-CN" dirty="0"/>
              <a:t>o …</a:t>
            </a:r>
          </a:p>
          <a:p>
            <a:r>
              <a:rPr lang="zh-CN" altLang="en-US" dirty="0"/>
              <a:t>编译源代码，生成语法分析器。</a:t>
            </a:r>
          </a:p>
        </p:txBody>
      </p:sp>
      <p:sp>
        <p:nvSpPr>
          <p:cNvPr id="112643" name="Rectangle 2"/>
          <p:cNvSpPr>
            <a:spLocks noGrp="1" noChangeArrowheads="1"/>
          </p:cNvSpPr>
          <p:nvPr>
            <p:ph type="title"/>
          </p:nvPr>
        </p:nvSpPr>
        <p:spPr/>
        <p:txBody>
          <a:bodyPr/>
          <a:lstStyle/>
          <a:p>
            <a:r>
              <a:rPr lang="en-US" altLang="zh-CN" dirty="0" err="1"/>
              <a:t>yacc</a:t>
            </a:r>
            <a:r>
              <a:rPr lang="zh-CN" altLang="en-US" dirty="0"/>
              <a:t>的用法</a:t>
            </a:r>
          </a:p>
        </p:txBody>
      </p:sp>
    </p:spTree>
    <p:extLst>
      <p:ext uri="{BB962C8B-B14F-4D97-AF65-F5344CB8AC3E}">
        <p14:creationId xmlns:p14="http://schemas.microsoft.com/office/powerpoint/2010/main" val="100461468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dirty="0"/>
              <a:t>... definitions ... （</a:t>
            </a:r>
            <a:r>
              <a:rPr lang="zh-CN" altLang="en-US" dirty="0"/>
              <a:t>定义段）</a:t>
            </a:r>
          </a:p>
          <a:p>
            <a:r>
              <a:rPr lang="en-US" altLang="zh-CN" dirty="0"/>
              <a:t>%%</a:t>
            </a:r>
          </a:p>
          <a:p>
            <a:r>
              <a:rPr lang="en-US" altLang="zh-CN" dirty="0"/>
              <a:t>... </a:t>
            </a:r>
            <a:r>
              <a:rPr lang="en-US" dirty="0"/>
              <a:t>rules ... （</a:t>
            </a:r>
            <a:r>
              <a:rPr lang="zh-CN" altLang="en-US" dirty="0"/>
              <a:t>规则段，用文法描述）</a:t>
            </a:r>
          </a:p>
          <a:p>
            <a:r>
              <a:rPr lang="en-US" altLang="zh-CN" dirty="0"/>
              <a:t>%%</a:t>
            </a:r>
          </a:p>
          <a:p>
            <a:r>
              <a:rPr lang="en-US" altLang="zh-CN" dirty="0"/>
              <a:t>... </a:t>
            </a:r>
            <a:r>
              <a:rPr lang="en-US" dirty="0"/>
              <a:t>subroutines ... （</a:t>
            </a:r>
            <a:r>
              <a:rPr lang="zh-CN" altLang="en-US" dirty="0"/>
              <a:t>子程序段）</a:t>
            </a:r>
            <a:endParaRPr lang="en-US" dirty="0"/>
          </a:p>
        </p:txBody>
      </p:sp>
      <p:sp>
        <p:nvSpPr>
          <p:cNvPr id="113667" name="Rectangle 2"/>
          <p:cNvSpPr>
            <a:spLocks noGrp="1" noChangeArrowheads="1"/>
          </p:cNvSpPr>
          <p:nvPr>
            <p:ph type="title"/>
          </p:nvPr>
        </p:nvSpPr>
        <p:spPr/>
        <p:txBody>
          <a:bodyPr/>
          <a:lstStyle/>
          <a:p>
            <a:r>
              <a:rPr lang="en-US" altLang="zh-CN" err="1"/>
              <a:t>yacc</a:t>
            </a:r>
            <a:r>
              <a:rPr lang="zh-CN" altLang="en-US"/>
              <a:t>文件的</a:t>
            </a:r>
            <a:r>
              <a:rPr lang="zh-CN" altLang="en-US" dirty="0"/>
              <a:t>格式</a:t>
            </a:r>
          </a:p>
        </p:txBody>
      </p:sp>
    </p:spTree>
    <p:extLst>
      <p:ext uri="{BB962C8B-B14F-4D97-AF65-F5344CB8AC3E}">
        <p14:creationId xmlns:p14="http://schemas.microsoft.com/office/powerpoint/2010/main" val="105709438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79" name="Rectangle 3"/>
          <p:cNvSpPr>
            <a:spLocks noGrp="1" noChangeArrowheads="1"/>
          </p:cNvSpPr>
          <p:nvPr>
            <p:ph idx="1"/>
          </p:nvPr>
        </p:nvSpPr>
        <p:spPr/>
        <p:txBody>
          <a:bodyPr/>
          <a:lstStyle/>
          <a:p>
            <a:r>
              <a:rPr lang="zh-CN" altLang="en-US" dirty="0"/>
              <a:t>有冲突（二义性）：</a:t>
            </a:r>
            <a:r>
              <a:rPr lang="en-US" altLang="zh-CN" dirty="0" err="1"/>
              <a:t>expression_conflict.y</a:t>
            </a:r>
            <a:endParaRPr lang="en-US" altLang="zh-CN" dirty="0"/>
          </a:p>
          <a:p>
            <a:r>
              <a:rPr lang="zh-CN" altLang="en-US" dirty="0"/>
              <a:t>改造文法，消除冲突： </a:t>
            </a:r>
            <a:r>
              <a:rPr lang="en-US" altLang="zh-CN" dirty="0" err="1"/>
              <a:t>expression_grammar.y</a:t>
            </a:r>
            <a:endParaRPr lang="en-US" altLang="zh-CN" dirty="0"/>
          </a:p>
          <a:p>
            <a:r>
              <a:rPr lang="zh-CN" altLang="en-US" dirty="0"/>
              <a:t>指定优先级和结合律，消除冲突： </a:t>
            </a:r>
            <a:r>
              <a:rPr lang="en-US" altLang="zh-CN" dirty="0" err="1"/>
              <a:t>expression_priority.y</a:t>
            </a:r>
            <a:endParaRPr lang="en-US" altLang="zh-CN" dirty="0"/>
          </a:p>
        </p:txBody>
      </p:sp>
      <p:sp>
        <p:nvSpPr>
          <p:cNvPr id="114691" name="Rectangle 2"/>
          <p:cNvSpPr>
            <a:spLocks noGrp="1" noChangeArrowheads="1"/>
          </p:cNvSpPr>
          <p:nvPr>
            <p:ph type="title"/>
          </p:nvPr>
        </p:nvSpPr>
        <p:spPr/>
        <p:txBody>
          <a:bodyPr/>
          <a:lstStyle/>
          <a:p>
            <a:r>
              <a:rPr lang="zh-CN" altLang="en-US" dirty="0"/>
              <a:t>实验</a:t>
            </a:r>
          </a:p>
        </p:txBody>
      </p:sp>
    </p:spTree>
    <p:extLst>
      <p:ext uri="{BB962C8B-B14F-4D97-AF65-F5344CB8AC3E}">
        <p14:creationId xmlns:p14="http://schemas.microsoft.com/office/powerpoint/2010/main" val="147250445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731" name="Rectangle 3"/>
          <p:cNvSpPr>
            <a:spLocks noGrp="1" noChangeArrowheads="1"/>
          </p:cNvSpPr>
          <p:nvPr>
            <p:ph idx="1"/>
          </p:nvPr>
        </p:nvSpPr>
        <p:spPr/>
        <p:txBody>
          <a:bodyPr/>
          <a:lstStyle/>
          <a:p>
            <a:r>
              <a:rPr lang="en-US" altLang="zh-CN" dirty="0"/>
              <a:t>*.c</a:t>
            </a:r>
          </a:p>
          <a:p>
            <a:r>
              <a:rPr lang="zh-CN" altLang="en-US" dirty="0"/>
              <a:t>将词法分析器从语法分析器中分离出来（注意包含头文件</a:t>
            </a:r>
            <a:r>
              <a:rPr lang="en-US" altLang="zh-CN" dirty="0" err="1"/>
              <a:t>y.tab.h</a:t>
            </a:r>
            <a:r>
              <a:rPr lang="zh-CN" altLang="en-US" dirty="0"/>
              <a:t>）。</a:t>
            </a:r>
            <a:endParaRPr lang="en-US" altLang="zh-CN" dirty="0"/>
          </a:p>
          <a:p>
            <a:endParaRPr lang="en-US" altLang="zh-CN" dirty="0"/>
          </a:p>
          <a:p>
            <a:r>
              <a:rPr lang="en-US" altLang="zh-CN" dirty="0" err="1"/>
              <a:t>yacc</a:t>
            </a:r>
            <a:r>
              <a:rPr lang="en-US" altLang="zh-CN" dirty="0"/>
              <a:t> -d *.y</a:t>
            </a:r>
          </a:p>
          <a:p>
            <a:r>
              <a:rPr lang="zh-CN" altLang="en-US" dirty="0"/>
              <a:t>分析包含语法规则的</a:t>
            </a:r>
            <a:r>
              <a:rPr lang="en-US" altLang="zh-CN" dirty="0" err="1"/>
              <a:t>yacc</a:t>
            </a:r>
            <a:r>
              <a:rPr lang="zh-CN" altLang="en-US" dirty="0"/>
              <a:t>文件*</a:t>
            </a:r>
            <a:r>
              <a:rPr lang="en-US" altLang="zh-CN" dirty="0"/>
              <a:t>.y</a:t>
            </a:r>
            <a:r>
              <a:rPr lang="zh-CN" altLang="en-US" dirty="0"/>
              <a:t>，生成语法分析器源代码</a:t>
            </a:r>
            <a:r>
              <a:rPr lang="en-US" altLang="zh-CN" dirty="0" err="1"/>
              <a:t>y.tab.c</a:t>
            </a:r>
            <a:r>
              <a:rPr lang="zh-CN" altLang="en-US" dirty="0"/>
              <a:t>和头文件</a:t>
            </a:r>
            <a:r>
              <a:rPr lang="en-US" altLang="zh-CN" dirty="0" err="1"/>
              <a:t>y.tab.h</a:t>
            </a:r>
            <a:r>
              <a:rPr lang="zh-CN" altLang="en-US" dirty="0"/>
              <a:t>（供词法分析器使用）。</a:t>
            </a:r>
          </a:p>
          <a:p>
            <a:endParaRPr lang="en-US" altLang="zh-CN" dirty="0"/>
          </a:p>
          <a:p>
            <a:r>
              <a:rPr lang="en-US" altLang="zh-CN" dirty="0" err="1"/>
              <a:t>gcc</a:t>
            </a:r>
            <a:r>
              <a:rPr lang="en-US" altLang="zh-CN" dirty="0"/>
              <a:t> </a:t>
            </a:r>
            <a:r>
              <a:rPr lang="en-US" altLang="zh-CN" dirty="0" err="1"/>
              <a:t>y.tab.c</a:t>
            </a:r>
            <a:r>
              <a:rPr lang="en-US" altLang="zh-CN" dirty="0"/>
              <a:t> *.c … -o …</a:t>
            </a:r>
          </a:p>
          <a:p>
            <a:r>
              <a:rPr lang="zh-CN" altLang="en-US" dirty="0"/>
              <a:t>编译源代码，生成语法分析器。</a:t>
            </a:r>
          </a:p>
        </p:txBody>
      </p:sp>
      <p:sp>
        <p:nvSpPr>
          <p:cNvPr id="112643" name="Rectangle 2"/>
          <p:cNvSpPr>
            <a:spLocks noGrp="1" noChangeArrowheads="1"/>
          </p:cNvSpPr>
          <p:nvPr>
            <p:ph type="title"/>
          </p:nvPr>
        </p:nvSpPr>
        <p:spPr/>
        <p:txBody>
          <a:bodyPr/>
          <a:lstStyle/>
          <a:p>
            <a:r>
              <a:rPr lang="zh-CN" altLang="en-US" dirty="0"/>
              <a:t>词法分析器分离</a:t>
            </a:r>
          </a:p>
        </p:txBody>
      </p:sp>
    </p:spTree>
    <p:extLst>
      <p:ext uri="{BB962C8B-B14F-4D97-AF65-F5344CB8AC3E}">
        <p14:creationId xmlns:p14="http://schemas.microsoft.com/office/powerpoint/2010/main" val="426345340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79" name="Rectangle 3"/>
          <p:cNvSpPr>
            <a:spLocks noGrp="1" noChangeArrowheads="1"/>
          </p:cNvSpPr>
          <p:nvPr>
            <p:ph idx="1"/>
          </p:nvPr>
        </p:nvSpPr>
        <p:spPr/>
        <p:txBody>
          <a:bodyPr/>
          <a:lstStyle/>
          <a:p>
            <a:r>
              <a:rPr lang="zh-CN" altLang="en-US" dirty="0"/>
              <a:t>语法分析器：</a:t>
            </a:r>
            <a:r>
              <a:rPr lang="en-US" altLang="zh-CN" dirty="0" err="1"/>
              <a:t>expression.y</a:t>
            </a:r>
            <a:endParaRPr lang="en-US" altLang="zh-CN" dirty="0"/>
          </a:p>
          <a:p>
            <a:r>
              <a:rPr lang="zh-CN" altLang="en-US" dirty="0"/>
              <a:t>词法分析器：</a:t>
            </a:r>
            <a:r>
              <a:rPr lang="en-US" altLang="zh-CN" dirty="0" err="1"/>
              <a:t>expression_yylex.c</a:t>
            </a:r>
            <a:endParaRPr lang="en-US" altLang="zh-CN" dirty="0"/>
          </a:p>
        </p:txBody>
      </p:sp>
      <p:sp>
        <p:nvSpPr>
          <p:cNvPr id="114691" name="Rectangle 2"/>
          <p:cNvSpPr>
            <a:spLocks noGrp="1" noChangeArrowheads="1"/>
          </p:cNvSpPr>
          <p:nvPr>
            <p:ph type="title"/>
          </p:nvPr>
        </p:nvSpPr>
        <p:spPr/>
        <p:txBody>
          <a:bodyPr/>
          <a:lstStyle/>
          <a:p>
            <a:r>
              <a:rPr lang="zh-CN" altLang="en-US" dirty="0"/>
              <a:t>实验</a:t>
            </a:r>
          </a:p>
        </p:txBody>
      </p:sp>
    </p:spTree>
    <p:extLst>
      <p:ext uri="{BB962C8B-B14F-4D97-AF65-F5344CB8AC3E}">
        <p14:creationId xmlns:p14="http://schemas.microsoft.com/office/powerpoint/2010/main" val="155519485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731" name="Rectangle 3"/>
          <p:cNvSpPr>
            <a:spLocks noGrp="1" noChangeArrowheads="1"/>
          </p:cNvSpPr>
          <p:nvPr>
            <p:ph idx="1"/>
          </p:nvPr>
        </p:nvSpPr>
        <p:spPr/>
        <p:txBody>
          <a:bodyPr/>
          <a:lstStyle/>
          <a:p>
            <a:r>
              <a:rPr lang="en-US" altLang="zh-CN" dirty="0"/>
              <a:t>lex *.l</a:t>
            </a:r>
          </a:p>
          <a:p>
            <a:r>
              <a:rPr lang="zh-CN" altLang="en-US" dirty="0"/>
              <a:t>分析</a:t>
            </a:r>
            <a:r>
              <a:rPr lang="en-US" altLang="zh-CN" dirty="0"/>
              <a:t>lex</a:t>
            </a:r>
            <a:r>
              <a:rPr lang="zh-CN" altLang="en-US" dirty="0"/>
              <a:t>文件*</a:t>
            </a:r>
            <a:r>
              <a:rPr lang="en-US" altLang="zh-CN" dirty="0"/>
              <a:t>.l</a:t>
            </a:r>
            <a:r>
              <a:rPr lang="zh-CN" altLang="en-US" dirty="0"/>
              <a:t>（注意包含头文件</a:t>
            </a:r>
            <a:r>
              <a:rPr lang="en-US" altLang="zh-CN" dirty="0" err="1"/>
              <a:t>y.tab.h</a:t>
            </a:r>
            <a:r>
              <a:rPr lang="zh-CN" altLang="en-US" dirty="0"/>
              <a:t>），生成词法分析器源代码</a:t>
            </a:r>
            <a:r>
              <a:rPr lang="en-US" altLang="zh-CN" dirty="0" err="1"/>
              <a:t>lex.yy.c</a:t>
            </a:r>
            <a:r>
              <a:rPr lang="zh-CN" altLang="en-US" dirty="0"/>
              <a:t>。</a:t>
            </a:r>
          </a:p>
          <a:p>
            <a:endParaRPr lang="en-US" altLang="zh-CN" dirty="0"/>
          </a:p>
          <a:p>
            <a:r>
              <a:rPr lang="en-US" altLang="zh-CN" dirty="0" err="1"/>
              <a:t>yacc</a:t>
            </a:r>
            <a:r>
              <a:rPr lang="en-US" altLang="zh-CN" dirty="0"/>
              <a:t> -d *.y</a:t>
            </a:r>
          </a:p>
          <a:p>
            <a:r>
              <a:rPr lang="zh-CN" altLang="en-US" dirty="0"/>
              <a:t>分析包含语法规则的</a:t>
            </a:r>
            <a:r>
              <a:rPr lang="en-US" altLang="zh-CN" dirty="0" err="1"/>
              <a:t>yacc</a:t>
            </a:r>
            <a:r>
              <a:rPr lang="zh-CN" altLang="en-US" dirty="0"/>
              <a:t>文件*</a:t>
            </a:r>
            <a:r>
              <a:rPr lang="en-US" altLang="zh-CN" dirty="0"/>
              <a:t>.y</a:t>
            </a:r>
            <a:r>
              <a:rPr lang="zh-CN" altLang="en-US" dirty="0"/>
              <a:t>，生成语法分析器源代码</a:t>
            </a:r>
            <a:r>
              <a:rPr lang="en-US" altLang="zh-CN" dirty="0" err="1"/>
              <a:t>y.tab.c</a:t>
            </a:r>
            <a:r>
              <a:rPr lang="zh-CN" altLang="en-US" dirty="0"/>
              <a:t>和头文件</a:t>
            </a:r>
            <a:r>
              <a:rPr lang="en-US" altLang="zh-CN" dirty="0" err="1"/>
              <a:t>y.tab.h</a:t>
            </a:r>
            <a:r>
              <a:rPr lang="zh-CN" altLang="en-US" dirty="0"/>
              <a:t>（供词法分析器使用）。</a:t>
            </a:r>
          </a:p>
          <a:p>
            <a:endParaRPr lang="en-US" altLang="zh-CN" dirty="0"/>
          </a:p>
          <a:p>
            <a:r>
              <a:rPr lang="en-US" altLang="zh-CN" dirty="0" err="1"/>
              <a:t>gcc</a:t>
            </a:r>
            <a:r>
              <a:rPr lang="en-US" altLang="zh-CN" dirty="0"/>
              <a:t> </a:t>
            </a:r>
            <a:r>
              <a:rPr lang="en-US" altLang="zh-CN" dirty="0" err="1"/>
              <a:t>y.tab.c</a:t>
            </a:r>
            <a:r>
              <a:rPr lang="en-US" altLang="zh-CN" dirty="0"/>
              <a:t> </a:t>
            </a:r>
            <a:r>
              <a:rPr lang="en-US" altLang="zh-CN" dirty="0" err="1"/>
              <a:t>lex.yy.c</a:t>
            </a:r>
            <a:r>
              <a:rPr lang="en-US" altLang="zh-CN" dirty="0"/>
              <a:t> … -o …</a:t>
            </a:r>
          </a:p>
          <a:p>
            <a:r>
              <a:rPr lang="zh-CN" altLang="en-US" dirty="0"/>
              <a:t>编译源代码，生成语法分析器。</a:t>
            </a:r>
          </a:p>
        </p:txBody>
      </p:sp>
      <p:sp>
        <p:nvSpPr>
          <p:cNvPr id="112643" name="Rectangle 2"/>
          <p:cNvSpPr>
            <a:spLocks noGrp="1" noChangeArrowheads="1"/>
          </p:cNvSpPr>
          <p:nvPr>
            <p:ph type="title"/>
          </p:nvPr>
        </p:nvSpPr>
        <p:spPr/>
        <p:txBody>
          <a:bodyPr/>
          <a:lstStyle/>
          <a:p>
            <a:r>
              <a:rPr lang="zh-CN" altLang="en-US" dirty="0"/>
              <a:t>用</a:t>
            </a:r>
            <a:r>
              <a:rPr lang="en-US" altLang="zh-CN" dirty="0"/>
              <a:t>lex</a:t>
            </a:r>
            <a:r>
              <a:rPr lang="zh-CN" altLang="en-US" dirty="0"/>
              <a:t>自动生成词法分析器</a:t>
            </a:r>
          </a:p>
        </p:txBody>
      </p:sp>
    </p:spTree>
    <p:extLst>
      <p:ext uri="{BB962C8B-B14F-4D97-AF65-F5344CB8AC3E}">
        <p14:creationId xmlns:p14="http://schemas.microsoft.com/office/powerpoint/2010/main" val="244638810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79" name="Rectangle 3"/>
          <p:cNvSpPr>
            <a:spLocks noGrp="1" noChangeArrowheads="1"/>
          </p:cNvSpPr>
          <p:nvPr>
            <p:ph idx="1"/>
          </p:nvPr>
        </p:nvSpPr>
        <p:spPr/>
        <p:txBody>
          <a:bodyPr/>
          <a:lstStyle/>
          <a:p>
            <a:r>
              <a:rPr lang="zh-CN" altLang="en-US" dirty="0"/>
              <a:t>语法分析器：</a:t>
            </a:r>
            <a:r>
              <a:rPr lang="en-US" altLang="zh-CN" dirty="0" err="1"/>
              <a:t>expression.y</a:t>
            </a:r>
            <a:r>
              <a:rPr lang="en-US" altLang="zh-CN" dirty="0"/>
              <a:t> </a:t>
            </a:r>
          </a:p>
          <a:p>
            <a:r>
              <a:rPr lang="zh-CN" altLang="en-US" dirty="0"/>
              <a:t>词法分析器：</a:t>
            </a:r>
            <a:r>
              <a:rPr lang="en-US" altLang="zh-CN" dirty="0" err="1"/>
              <a:t>expression.l</a:t>
            </a:r>
            <a:endParaRPr lang="en-US" altLang="zh-CN" dirty="0"/>
          </a:p>
        </p:txBody>
      </p:sp>
      <p:sp>
        <p:nvSpPr>
          <p:cNvPr id="114691" name="Rectangle 2"/>
          <p:cNvSpPr>
            <a:spLocks noGrp="1" noChangeArrowheads="1"/>
          </p:cNvSpPr>
          <p:nvPr>
            <p:ph type="title"/>
          </p:nvPr>
        </p:nvSpPr>
        <p:spPr/>
        <p:txBody>
          <a:bodyPr/>
          <a:lstStyle/>
          <a:p>
            <a:r>
              <a:rPr lang="zh-CN" altLang="en-US" dirty="0"/>
              <a:t>实验</a:t>
            </a:r>
          </a:p>
        </p:txBody>
      </p:sp>
    </p:spTree>
    <p:extLst>
      <p:ext uri="{BB962C8B-B14F-4D97-AF65-F5344CB8AC3E}">
        <p14:creationId xmlns:p14="http://schemas.microsoft.com/office/powerpoint/2010/main" val="78718471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内容占位符 2"/>
          <p:cNvSpPr>
            <a:spLocks noGrp="1"/>
          </p:cNvSpPr>
          <p:nvPr>
            <p:ph idx="1"/>
          </p:nvPr>
        </p:nvSpPr>
        <p:spPr/>
        <p:txBody>
          <a:bodyPr/>
          <a:lstStyle/>
          <a:p>
            <a:r>
              <a:rPr lang="zh-CN" altLang="en-US" dirty="0"/>
              <a:t>用</a:t>
            </a:r>
            <a:r>
              <a:rPr lang="en-US" altLang="zh-CN" dirty="0" err="1"/>
              <a:t>yacc</a:t>
            </a:r>
            <a:r>
              <a:rPr lang="zh-CN" altLang="en-US" dirty="0"/>
              <a:t>自动生成示例语言的语法</a:t>
            </a:r>
            <a:r>
              <a:rPr lang="zh-CN" altLang="pt-BR" dirty="0"/>
              <a:t>分析</a:t>
            </a:r>
            <a:r>
              <a:rPr lang="zh-CN" altLang="en-US" dirty="0"/>
              <a:t>器。</a:t>
            </a:r>
            <a:endParaRPr lang="en-US" altLang="zh-CN" dirty="0"/>
          </a:p>
          <a:p>
            <a:endParaRPr lang="en-US" altLang="zh-CN" dirty="0"/>
          </a:p>
          <a:p>
            <a:r>
              <a:rPr lang="zh-CN" altLang="en-US" dirty="0">
                <a:solidFill>
                  <a:srgbClr val="EE853E"/>
                </a:solidFill>
              </a:rPr>
              <a:t>参考代码</a:t>
            </a:r>
            <a:endParaRPr lang="en-US" altLang="zh-CN" dirty="0">
              <a:solidFill>
                <a:srgbClr val="EE853E"/>
              </a:solidFill>
            </a:endParaRPr>
          </a:p>
          <a:p>
            <a:r>
              <a:rPr lang="zh-CN" altLang="en-US" dirty="0"/>
              <a:t>语法分析器：</a:t>
            </a:r>
            <a:r>
              <a:rPr lang="en-US" altLang="zh-CN" dirty="0" err="1"/>
              <a:t>language.y</a:t>
            </a:r>
            <a:r>
              <a:rPr lang="en-US" altLang="zh-CN" dirty="0"/>
              <a:t> </a:t>
            </a:r>
          </a:p>
          <a:p>
            <a:r>
              <a:rPr lang="zh-CN" altLang="en-US" dirty="0"/>
              <a:t>词法分析器：</a:t>
            </a:r>
            <a:r>
              <a:rPr lang="en-US" altLang="zh-CN" dirty="0" err="1"/>
              <a:t>language.l</a:t>
            </a:r>
            <a:endParaRPr lang="en-US" altLang="zh-CN" dirty="0"/>
          </a:p>
          <a:p>
            <a:endParaRPr lang="en-US" altLang="zh-CN" dirty="0"/>
          </a:p>
          <a:p>
            <a:r>
              <a:rPr lang="zh-CN" altLang="en-US" dirty="0">
                <a:solidFill>
                  <a:srgbClr val="EE853E"/>
                </a:solidFill>
              </a:rPr>
              <a:t>下载地址</a:t>
            </a:r>
            <a:endParaRPr lang="en-US" altLang="zh-CN" dirty="0">
              <a:solidFill>
                <a:srgbClr val="EE853E"/>
              </a:solidFill>
            </a:endParaRPr>
          </a:p>
          <a:p>
            <a:r>
              <a:rPr lang="en-US" altLang="zh-CN" dirty="0"/>
              <a:t>https://</a:t>
            </a:r>
            <a:r>
              <a:rPr lang="en-US" altLang="zh-CN" dirty="0" err="1"/>
              <a:t>github.com</a:t>
            </a:r>
            <a:r>
              <a:rPr lang="en-US" altLang="zh-CN" dirty="0"/>
              <a:t>/</a:t>
            </a:r>
            <a:r>
              <a:rPr lang="en-US" altLang="zh-CN" dirty="0" err="1"/>
              <a:t>misterfishing</a:t>
            </a:r>
            <a:r>
              <a:rPr lang="en-US" altLang="zh-CN" dirty="0"/>
              <a:t>/</a:t>
            </a:r>
            <a:r>
              <a:rPr lang="en-US" altLang="zh-CN" dirty="0" err="1"/>
              <a:t>yacc</a:t>
            </a:r>
            <a:r>
              <a:rPr lang="en-US" altLang="zh-CN" dirty="0"/>
              <a:t>/</a:t>
            </a:r>
          </a:p>
          <a:p>
            <a:endParaRPr lang="en-US" altLang="zh-CN" dirty="0"/>
          </a:p>
          <a:p>
            <a:endParaRPr lang="en-US" altLang="zh-CN" dirty="0"/>
          </a:p>
          <a:p>
            <a:endParaRPr lang="en-US" altLang="zh-CN" dirty="0"/>
          </a:p>
        </p:txBody>
      </p:sp>
      <p:sp>
        <p:nvSpPr>
          <p:cNvPr id="51202" name="标题 1"/>
          <p:cNvSpPr>
            <a:spLocks noGrp="1"/>
          </p:cNvSpPr>
          <p:nvPr>
            <p:ph type="title"/>
          </p:nvPr>
        </p:nvSpPr>
        <p:spPr/>
        <p:txBody>
          <a:bodyPr/>
          <a:lstStyle/>
          <a:p>
            <a:r>
              <a:rPr lang="zh-CN" altLang="en-US"/>
              <a:t>实验</a:t>
            </a:r>
            <a:endParaRPr lang="en-US" dirty="0"/>
          </a:p>
        </p:txBody>
      </p:sp>
    </p:spTree>
    <p:extLst>
      <p:ext uri="{BB962C8B-B14F-4D97-AF65-F5344CB8AC3E}">
        <p14:creationId xmlns:p14="http://schemas.microsoft.com/office/powerpoint/2010/main" val="70927437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环保">
  <a:themeElements>
    <a:clrScheme name="环保">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环保">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E4E49EB0-FB00-41F5-9359-4843D783A23D}"/>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8359</TotalTime>
  <Words>3793</Words>
  <Application>Microsoft Office PowerPoint</Application>
  <PresentationFormat>宽屏</PresentationFormat>
  <Paragraphs>775</Paragraphs>
  <Slides>47</Slides>
  <Notes>5</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47</vt:i4>
      </vt:variant>
    </vt:vector>
  </HeadingPairs>
  <TitlesOfParts>
    <vt:vector size="52" baseType="lpstr">
      <vt:lpstr>微软雅黑</vt:lpstr>
      <vt:lpstr>Arial</vt:lpstr>
      <vt:lpstr>Times New Roman</vt:lpstr>
      <vt:lpstr>Wingdings</vt:lpstr>
      <vt:lpstr>环保</vt:lpstr>
      <vt:lpstr>第七章 语法分析</vt:lpstr>
      <vt:lpstr>LR分析程序的结构</vt:lpstr>
      <vt:lpstr>LR分析表</vt:lpstr>
      <vt:lpstr>LR分析表</vt:lpstr>
      <vt:lpstr>LR分析表</vt:lpstr>
      <vt:lpstr>控制程序</vt:lpstr>
      <vt:lpstr>控制程序</vt:lpstr>
      <vt:lpstr>输入串 i + i * i 的分析过程</vt:lpstr>
      <vt:lpstr>输入串 i + i * i 的分析过程</vt:lpstr>
      <vt:lpstr>规范归约</vt:lpstr>
      <vt:lpstr>LR分析表的构造</vt:lpstr>
      <vt:lpstr>句柄与符号栈的关系</vt:lpstr>
      <vt:lpstr>项目</vt:lpstr>
      <vt:lpstr>项目</vt:lpstr>
      <vt:lpstr>状态转换图</vt:lpstr>
      <vt:lpstr>有效项目集</vt:lpstr>
      <vt:lpstr>有效项目集</vt:lpstr>
      <vt:lpstr>go(I, X)</vt:lpstr>
      <vt:lpstr>项目集规范族</vt:lpstr>
      <vt:lpstr>项目集规范族</vt:lpstr>
      <vt:lpstr>项目集规范族</vt:lpstr>
      <vt:lpstr>项目集规范族</vt:lpstr>
      <vt:lpstr>状态转换图</vt:lpstr>
      <vt:lpstr>LR(0)分析表</vt:lpstr>
      <vt:lpstr>输入串 b a b 的分析过程</vt:lpstr>
      <vt:lpstr>LR(0)分析表的构造</vt:lpstr>
      <vt:lpstr>LR(0)文法</vt:lpstr>
      <vt:lpstr>非LR(0)文法</vt:lpstr>
      <vt:lpstr>项目集规范族</vt:lpstr>
      <vt:lpstr>项目集规范族</vt:lpstr>
      <vt:lpstr>项目集规范族</vt:lpstr>
      <vt:lpstr>项目集规范族</vt:lpstr>
      <vt:lpstr>LR(0)分析表</vt:lpstr>
      <vt:lpstr>SLR(1)分析表的构造</vt:lpstr>
      <vt:lpstr>FOLLOW集</vt:lpstr>
      <vt:lpstr>SLR(1)分析表</vt:lpstr>
      <vt:lpstr>SLR(1)文法</vt:lpstr>
      <vt:lpstr>常见的LR文法</vt:lpstr>
      <vt:lpstr>语法分析器的自动生成</vt:lpstr>
      <vt:lpstr>yacc的用法</vt:lpstr>
      <vt:lpstr>yacc文件的格式</vt:lpstr>
      <vt:lpstr>实验</vt:lpstr>
      <vt:lpstr>词法分析器分离</vt:lpstr>
      <vt:lpstr>实验</vt:lpstr>
      <vt:lpstr>用lex自动生成词法分析器</vt:lpstr>
      <vt:lpstr>实验</vt:lpstr>
      <vt:lpstr>实验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TEST</dc:creator>
  <cp:lastModifiedBy>TEST</cp:lastModifiedBy>
  <cp:revision>1311</cp:revision>
  <cp:lastPrinted>1601-01-01T00:00:00Z</cp:lastPrinted>
  <dcterms:created xsi:type="dcterms:W3CDTF">1601-01-01T00:00:00Z</dcterms:created>
  <dcterms:modified xsi:type="dcterms:W3CDTF">2021-02-23T05:01:06Z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