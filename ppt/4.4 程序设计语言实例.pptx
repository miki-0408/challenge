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2"/>
  </p:notesMasterIdLst>
  <p:handoutMasterIdLst>
    <p:handoutMasterId r:id="rId13"/>
  </p:handoutMasterIdLst>
  <p:sldIdLst>
    <p:sldId id="922" r:id="rId2"/>
    <p:sldId id="328" r:id="rId3"/>
    <p:sldId id="329" r:id="rId4"/>
    <p:sldId id="331" r:id="rId5"/>
    <p:sldId id="332" r:id="rId6"/>
    <p:sldId id="334" r:id="rId7"/>
    <p:sldId id="335" r:id="rId8"/>
    <p:sldId id="336" r:id="rId9"/>
    <p:sldId id="337" r:id="rId10"/>
    <p:sldId id="338" r:id="rId1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62" d="100"/>
          <a:sy n="62" d="100"/>
        </p:scale>
        <p:origin x="27" y="1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863816" y="1638300"/>
            <a:ext cx="6464368" cy="372023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第三节 高级程序设计语言的设计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</a:rPr>
                <a:t>第四节 高级程序设计语言实例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72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问题：设计一个极小的语言，求</a:t>
            </a:r>
            <a:r>
              <a:rPr lang="en-US" altLang="zh-CN" dirty="0"/>
              <a:t>n</a:t>
            </a:r>
            <a:r>
              <a:rPr lang="zh-CN" altLang="en-US" dirty="0"/>
              <a:t>！</a:t>
            </a:r>
          </a:p>
          <a:p>
            <a:r>
              <a:rPr lang="zh-CN" altLang="en-US" dirty="0"/>
              <a:t>如：</a:t>
            </a:r>
            <a:r>
              <a:rPr lang="en-US" altLang="zh-CN" dirty="0"/>
              <a:t>if n&lt;=0 then F:=1 else F:=n*F(n-1)</a:t>
            </a:r>
          </a:p>
          <a:p>
            <a:endParaRPr lang="zh-CN" altLang="en-US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高级程序设计语言实例</a:t>
            </a:r>
          </a:p>
        </p:txBody>
      </p:sp>
    </p:spTree>
    <p:extLst>
      <p:ext uri="{BB962C8B-B14F-4D97-AF65-F5344CB8AC3E}">
        <p14:creationId xmlns:p14="http://schemas.microsoft.com/office/powerpoint/2010/main" val="371117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程序</a:t>
            </a:r>
            <a:r>
              <a:rPr lang="en-US" altLang="zh-CN" dirty="0"/>
              <a:t>&gt; → &lt;</a:t>
            </a:r>
            <a:r>
              <a:rPr lang="zh-CN" altLang="en-US" dirty="0"/>
              <a:t>分程序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分程序</a:t>
            </a:r>
            <a:r>
              <a:rPr lang="en-US" altLang="zh-CN" dirty="0"/>
              <a:t>&gt; → begin &lt;</a:t>
            </a:r>
            <a:r>
              <a:rPr lang="zh-CN" altLang="en-US" dirty="0"/>
              <a:t>说明语句表</a:t>
            </a:r>
            <a:r>
              <a:rPr lang="en-US" altLang="zh-CN" dirty="0"/>
              <a:t>&gt; ; &lt;</a:t>
            </a:r>
            <a:r>
              <a:rPr lang="zh-CN" altLang="en-US" dirty="0"/>
              <a:t>执行语句表</a:t>
            </a:r>
            <a:r>
              <a:rPr lang="en-US" altLang="zh-CN" dirty="0"/>
              <a:t>&gt; end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说明语句表</a:t>
            </a:r>
            <a:r>
              <a:rPr lang="en-US" altLang="zh-CN" dirty="0"/>
              <a:t>&gt; → &lt;</a:t>
            </a:r>
            <a:r>
              <a:rPr lang="zh-CN" altLang="en-US" dirty="0"/>
              <a:t>说明语句</a:t>
            </a:r>
            <a:r>
              <a:rPr lang="en-US" altLang="zh-CN" dirty="0"/>
              <a:t>&gt; | &lt;</a:t>
            </a:r>
            <a:r>
              <a:rPr lang="zh-CN" altLang="en-US" dirty="0"/>
              <a:t>说明语句表</a:t>
            </a:r>
            <a:r>
              <a:rPr lang="en-US" altLang="zh-CN" dirty="0"/>
              <a:t>&gt;;&lt;</a:t>
            </a:r>
            <a:r>
              <a:rPr lang="zh-CN" altLang="en-US" dirty="0"/>
              <a:t>说明语句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说明语句</a:t>
            </a:r>
            <a:r>
              <a:rPr lang="en-US" altLang="zh-CN" dirty="0"/>
              <a:t>&gt; → &lt;</a:t>
            </a:r>
            <a:r>
              <a:rPr lang="zh-CN" altLang="en-US" dirty="0"/>
              <a:t>变量说明</a:t>
            </a:r>
            <a:r>
              <a:rPr lang="en-US" altLang="zh-CN" dirty="0"/>
              <a:t>&gt; | &lt;</a:t>
            </a:r>
            <a:r>
              <a:rPr lang="zh-CN" altLang="en-US" dirty="0"/>
              <a:t>函数说明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变量说明</a:t>
            </a:r>
            <a:r>
              <a:rPr lang="en-US" altLang="zh-CN" dirty="0"/>
              <a:t>&gt; → integer &lt;</a:t>
            </a:r>
            <a:r>
              <a:rPr lang="zh-CN" altLang="en-US" dirty="0"/>
              <a:t>变量</a:t>
            </a:r>
            <a:r>
              <a:rPr lang="en-US" altLang="zh-CN" dirty="0"/>
              <a:t>&gt;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561334D-BD56-4F76-97CA-6AA04B12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高级程序设计语言实例</a:t>
            </a:r>
          </a:p>
        </p:txBody>
      </p:sp>
    </p:spTree>
    <p:extLst>
      <p:ext uri="{BB962C8B-B14F-4D97-AF65-F5344CB8AC3E}">
        <p14:creationId xmlns:p14="http://schemas.microsoft.com/office/powerpoint/2010/main" val="378152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变量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标识符</a:t>
            </a:r>
            <a:r>
              <a:rPr lang="en-US" altLang="zh-CN" dirty="0"/>
              <a:t>&gt; → &lt;</a:t>
            </a:r>
            <a:r>
              <a:rPr lang="zh-CN" altLang="en-US" dirty="0"/>
              <a:t>字母</a:t>
            </a:r>
            <a:r>
              <a:rPr lang="en-US" altLang="zh-CN" dirty="0"/>
              <a:t>&gt; | &lt;</a:t>
            </a:r>
            <a:r>
              <a:rPr lang="zh-CN" altLang="en-US" dirty="0"/>
              <a:t>标识符</a:t>
            </a:r>
            <a:r>
              <a:rPr lang="en-US" altLang="zh-CN" dirty="0"/>
              <a:t>&gt;&lt;</a:t>
            </a:r>
            <a:r>
              <a:rPr lang="zh-CN" altLang="en-US" dirty="0"/>
              <a:t>字母</a:t>
            </a:r>
            <a:r>
              <a:rPr lang="en-US" altLang="zh-CN" dirty="0"/>
              <a:t>&gt; | &lt;</a:t>
            </a:r>
            <a:r>
              <a:rPr lang="zh-CN" altLang="en-US" dirty="0"/>
              <a:t>标识符</a:t>
            </a:r>
            <a:r>
              <a:rPr lang="en-US" altLang="zh-CN" dirty="0"/>
              <a:t>&gt;&lt;</a:t>
            </a:r>
            <a:r>
              <a:rPr lang="zh-CN" altLang="en-US" dirty="0"/>
              <a:t>数字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字母</a:t>
            </a:r>
            <a:r>
              <a:rPr lang="en-US" altLang="zh-CN" dirty="0"/>
              <a:t>&gt; →	a | b | c | d | e | f  | g | h | </a:t>
            </a:r>
            <a:r>
              <a:rPr lang="en-US" altLang="zh-CN"/>
              <a:t>i </a:t>
            </a:r>
            <a:r>
              <a:rPr lang="en-US" altLang="zh-CN" dirty="0"/>
              <a:t>| j | k |  l | m | n | o | p | q | </a:t>
            </a:r>
          </a:p>
          <a:p>
            <a:r>
              <a:rPr lang="en-US" altLang="zh-CN" dirty="0"/>
              <a:t>				r | s | t | u | v | w | x | y | z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数字</a:t>
            </a:r>
            <a:r>
              <a:rPr lang="en-US" altLang="zh-CN" dirty="0"/>
              <a:t>&gt; → 0 | 1 | 2 | 3 | 4 | 5 | 6 | 7 | 8 | 9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41080A9-3887-4284-A259-E69A0B32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高级程序设计语言实例</a:t>
            </a:r>
          </a:p>
        </p:txBody>
      </p:sp>
    </p:spTree>
    <p:extLst>
      <p:ext uri="{BB962C8B-B14F-4D97-AF65-F5344CB8AC3E}">
        <p14:creationId xmlns:p14="http://schemas.microsoft.com/office/powerpoint/2010/main" val="272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函数说明</a:t>
            </a:r>
            <a:r>
              <a:rPr lang="en-US" altLang="zh-CN" dirty="0"/>
              <a:t>&gt; →	integer function &lt;</a:t>
            </a:r>
            <a:r>
              <a:rPr lang="zh-CN" altLang="en-US" dirty="0"/>
              <a:t>标识符</a:t>
            </a:r>
            <a:r>
              <a:rPr lang="en-US" altLang="zh-CN" dirty="0"/>
              <a:t>&gt;(&lt;</a:t>
            </a:r>
            <a:r>
              <a:rPr lang="zh-CN" altLang="en-US" dirty="0"/>
              <a:t>参数</a:t>
            </a:r>
            <a:r>
              <a:rPr lang="en-US" altLang="zh-CN" dirty="0"/>
              <a:t>&gt;); </a:t>
            </a:r>
          </a:p>
          <a:p>
            <a:r>
              <a:rPr lang="en-US" altLang="zh-CN" dirty="0"/>
              <a:t>					&lt;</a:t>
            </a:r>
            <a:r>
              <a:rPr lang="zh-CN" altLang="en-US" dirty="0"/>
              <a:t>函数体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参数</a:t>
            </a:r>
            <a:r>
              <a:rPr lang="en-US" altLang="zh-CN" dirty="0"/>
              <a:t>&gt; → &lt;</a:t>
            </a:r>
            <a:r>
              <a:rPr lang="zh-CN" altLang="en-US" dirty="0"/>
              <a:t>变量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函数体</a:t>
            </a:r>
            <a:r>
              <a:rPr lang="en-US" altLang="zh-CN" dirty="0"/>
              <a:t>&gt; → begin &lt;</a:t>
            </a:r>
            <a:r>
              <a:rPr lang="zh-CN" altLang="en-US" dirty="0"/>
              <a:t>说明语句表</a:t>
            </a:r>
            <a:r>
              <a:rPr lang="en-US" altLang="zh-CN" dirty="0"/>
              <a:t>&gt;;&lt;</a:t>
            </a:r>
            <a:r>
              <a:rPr lang="zh-CN" altLang="en-US" dirty="0"/>
              <a:t>执行语句表</a:t>
            </a:r>
            <a:r>
              <a:rPr lang="en-US" altLang="zh-CN" dirty="0"/>
              <a:t>&gt; end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执行语句表</a:t>
            </a:r>
            <a:r>
              <a:rPr lang="en-US" altLang="zh-CN" dirty="0"/>
              <a:t>&gt; → &lt;</a:t>
            </a:r>
            <a:r>
              <a:rPr lang="zh-CN" altLang="en-US" dirty="0"/>
              <a:t>执行语句</a:t>
            </a:r>
            <a:r>
              <a:rPr lang="en-US" altLang="zh-CN" dirty="0"/>
              <a:t>&gt; | &lt;</a:t>
            </a:r>
            <a:r>
              <a:rPr lang="zh-CN" altLang="en-US" dirty="0"/>
              <a:t>执行语句表</a:t>
            </a:r>
            <a:r>
              <a:rPr lang="en-US" altLang="zh-CN" dirty="0"/>
              <a:t>&gt;;&lt;</a:t>
            </a:r>
            <a:r>
              <a:rPr lang="zh-CN" altLang="en-US" dirty="0"/>
              <a:t>执行语句</a:t>
            </a:r>
            <a:r>
              <a:rPr lang="en-US" altLang="zh-CN" dirty="0"/>
              <a:t>&gt;</a:t>
            </a:r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E45E9D0-E986-4487-B6FC-0514A674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高级程序设计语言实例</a:t>
            </a:r>
          </a:p>
        </p:txBody>
      </p:sp>
    </p:spTree>
    <p:extLst>
      <p:ext uri="{BB962C8B-B14F-4D97-AF65-F5344CB8AC3E}">
        <p14:creationId xmlns:p14="http://schemas.microsoft.com/office/powerpoint/2010/main" val="294132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执行语句</a:t>
            </a:r>
            <a:r>
              <a:rPr lang="en-US" altLang="zh-CN" dirty="0"/>
              <a:t>&gt; → &lt;</a:t>
            </a:r>
            <a:r>
              <a:rPr lang="zh-CN" altLang="en-US" dirty="0"/>
              <a:t>读语句</a:t>
            </a:r>
            <a:r>
              <a:rPr lang="en-US" altLang="zh-CN" dirty="0"/>
              <a:t>&gt; | &lt;</a:t>
            </a:r>
            <a:r>
              <a:rPr lang="zh-CN" altLang="en-US" dirty="0"/>
              <a:t>写语句</a:t>
            </a:r>
            <a:r>
              <a:rPr lang="en-US" altLang="zh-CN" dirty="0"/>
              <a:t>&gt; | &lt;</a:t>
            </a:r>
            <a:r>
              <a:rPr lang="zh-CN" altLang="en-US" dirty="0"/>
              <a:t>赋值语句</a:t>
            </a:r>
            <a:r>
              <a:rPr lang="en-US" altLang="zh-CN" dirty="0"/>
              <a:t>&gt; | &lt;</a:t>
            </a:r>
            <a:r>
              <a:rPr lang="zh-CN" altLang="en-US" dirty="0"/>
              <a:t>条件语句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读语句</a:t>
            </a:r>
            <a:r>
              <a:rPr lang="en-US" altLang="zh-CN" dirty="0"/>
              <a:t>&gt; → read(&lt;</a:t>
            </a:r>
            <a:r>
              <a:rPr lang="zh-CN" altLang="en-US" dirty="0"/>
              <a:t>变量</a:t>
            </a:r>
            <a:r>
              <a:rPr lang="en-US" altLang="zh-CN" dirty="0"/>
              <a:t>&gt;)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写语句</a:t>
            </a:r>
            <a:r>
              <a:rPr lang="en-US" altLang="zh-CN" dirty="0"/>
              <a:t>&gt; → write(&lt;</a:t>
            </a:r>
            <a:r>
              <a:rPr lang="zh-CN" altLang="en-US" dirty="0"/>
              <a:t>变量</a:t>
            </a:r>
            <a:r>
              <a:rPr lang="en-US" altLang="zh-CN" dirty="0"/>
              <a:t>&gt;)</a:t>
            </a:r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DE370F9-9C6A-4253-A601-221F285D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高级程序设计语言实例</a:t>
            </a:r>
          </a:p>
        </p:txBody>
      </p:sp>
    </p:spTree>
    <p:extLst>
      <p:ext uri="{BB962C8B-B14F-4D97-AF65-F5344CB8AC3E}">
        <p14:creationId xmlns:p14="http://schemas.microsoft.com/office/powerpoint/2010/main" val="259131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赋值语句</a:t>
            </a:r>
            <a:r>
              <a:rPr lang="en-US" altLang="zh-CN" dirty="0"/>
              <a:t>&gt; → &lt;</a:t>
            </a:r>
            <a:r>
              <a:rPr lang="zh-CN" altLang="en-US" dirty="0"/>
              <a:t>变量</a:t>
            </a:r>
            <a:r>
              <a:rPr lang="en-US" altLang="zh-CN" dirty="0"/>
              <a:t>&gt;:=&lt;</a:t>
            </a:r>
            <a:r>
              <a:rPr lang="zh-CN" altLang="en-US" dirty="0"/>
              <a:t>算术表达式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算术表达式</a:t>
            </a:r>
            <a:r>
              <a:rPr lang="en-US" altLang="zh-CN" dirty="0"/>
              <a:t>&gt; → &lt;</a:t>
            </a:r>
            <a:r>
              <a:rPr lang="zh-CN" altLang="en-US" dirty="0"/>
              <a:t>算术表达式</a:t>
            </a:r>
            <a:r>
              <a:rPr lang="en-US" altLang="zh-CN" dirty="0"/>
              <a:t>&gt;-&lt;</a:t>
            </a:r>
            <a:r>
              <a:rPr lang="zh-CN" altLang="en-US" dirty="0"/>
              <a:t>项</a:t>
            </a:r>
            <a:r>
              <a:rPr lang="en-US" altLang="zh-CN" dirty="0"/>
              <a:t>&gt; | &lt;</a:t>
            </a:r>
            <a:r>
              <a:rPr lang="zh-CN" altLang="en-US" dirty="0"/>
              <a:t>项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项</a:t>
            </a:r>
            <a:r>
              <a:rPr lang="en-US" altLang="zh-CN" dirty="0"/>
              <a:t>&gt; → &lt;</a:t>
            </a:r>
            <a:r>
              <a:rPr lang="zh-CN" altLang="en-US" dirty="0"/>
              <a:t>项</a:t>
            </a:r>
            <a:r>
              <a:rPr lang="en-US" altLang="zh-CN" dirty="0"/>
              <a:t>&gt;*&lt;</a:t>
            </a:r>
            <a:r>
              <a:rPr lang="zh-CN" altLang="en-US" dirty="0"/>
              <a:t>因子</a:t>
            </a:r>
            <a:r>
              <a:rPr lang="en-US" altLang="zh-CN" dirty="0"/>
              <a:t>&gt; | &lt;</a:t>
            </a:r>
            <a:r>
              <a:rPr lang="zh-CN" altLang="en-US" dirty="0"/>
              <a:t>因子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因子</a:t>
            </a:r>
            <a:r>
              <a:rPr lang="en-US" altLang="zh-CN" dirty="0"/>
              <a:t>&gt; → &lt;</a:t>
            </a:r>
            <a:r>
              <a:rPr lang="zh-CN" altLang="en-US" dirty="0"/>
              <a:t>变量</a:t>
            </a:r>
            <a:r>
              <a:rPr lang="en-US" altLang="zh-CN" dirty="0"/>
              <a:t>&gt; | &lt;</a:t>
            </a:r>
            <a:r>
              <a:rPr lang="zh-CN" altLang="en-US" dirty="0"/>
              <a:t>常数</a:t>
            </a:r>
            <a:r>
              <a:rPr lang="en-US" altLang="zh-CN" dirty="0"/>
              <a:t>&gt; | &lt;</a:t>
            </a:r>
            <a:r>
              <a:rPr lang="zh-CN" altLang="en-US" dirty="0">
                <a:solidFill>
                  <a:srgbClr val="EE853E"/>
                </a:solidFill>
              </a:rPr>
              <a:t>函数调用</a:t>
            </a:r>
            <a:r>
              <a:rPr lang="en-US" altLang="zh-CN" dirty="0"/>
              <a:t>&gt;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CC5B941-388E-43A8-9736-D13FD651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高级程序设计语言实例</a:t>
            </a:r>
          </a:p>
        </p:txBody>
      </p:sp>
    </p:spTree>
    <p:extLst>
      <p:ext uri="{BB962C8B-B14F-4D97-AF65-F5344CB8AC3E}">
        <p14:creationId xmlns:p14="http://schemas.microsoft.com/office/powerpoint/2010/main" val="216766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常数</a:t>
            </a:r>
            <a:r>
              <a:rPr lang="en-US" altLang="zh-CN" dirty="0"/>
              <a:t>&gt; → &lt;</a:t>
            </a:r>
            <a:r>
              <a:rPr lang="zh-CN" altLang="en-US" dirty="0"/>
              <a:t>无符号整数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无符号整数</a:t>
            </a:r>
            <a:r>
              <a:rPr lang="en-US" altLang="zh-CN" dirty="0"/>
              <a:t>&gt; → &lt;</a:t>
            </a:r>
            <a:r>
              <a:rPr lang="zh-CN" altLang="en-US" dirty="0"/>
              <a:t>数字</a:t>
            </a:r>
            <a:r>
              <a:rPr lang="en-US" altLang="zh-CN" dirty="0"/>
              <a:t>&gt; | &lt;</a:t>
            </a:r>
            <a:r>
              <a:rPr lang="zh-CN" altLang="en-US" dirty="0"/>
              <a:t>无符号整数</a:t>
            </a:r>
            <a:r>
              <a:rPr lang="en-US" altLang="zh-CN" dirty="0"/>
              <a:t>&gt;&lt;</a:t>
            </a:r>
            <a:r>
              <a:rPr lang="zh-CN" altLang="en-US" dirty="0"/>
              <a:t>数字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函数调用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 (&lt;</a:t>
            </a:r>
            <a:r>
              <a:rPr lang="zh-CN" altLang="en-US" dirty="0"/>
              <a:t>算术表达式</a:t>
            </a:r>
            <a:r>
              <a:rPr lang="en-US" altLang="zh-CN" dirty="0"/>
              <a:t>&gt;)</a:t>
            </a:r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47162C9-84BE-4549-B57F-B8CC80D6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高级程序设计语言实例</a:t>
            </a:r>
          </a:p>
        </p:txBody>
      </p:sp>
    </p:spTree>
    <p:extLst>
      <p:ext uri="{BB962C8B-B14F-4D97-AF65-F5344CB8AC3E}">
        <p14:creationId xmlns:p14="http://schemas.microsoft.com/office/powerpoint/2010/main" val="50135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条件语句</a:t>
            </a:r>
            <a:r>
              <a:rPr lang="en-US" altLang="zh-CN" dirty="0"/>
              <a:t>&gt; →	if &lt;</a:t>
            </a:r>
            <a:r>
              <a:rPr lang="zh-CN" altLang="en-US" dirty="0"/>
              <a:t>条件表达式</a:t>
            </a:r>
            <a:r>
              <a:rPr lang="en-US" altLang="zh-CN" dirty="0"/>
              <a:t>&gt; then &lt;</a:t>
            </a:r>
            <a:r>
              <a:rPr lang="zh-CN" altLang="en-US" dirty="0"/>
              <a:t>执行语句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					else  &lt;</a:t>
            </a:r>
            <a:r>
              <a:rPr lang="zh-CN" altLang="en-US" dirty="0"/>
              <a:t>执行语句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条件表达式</a:t>
            </a:r>
            <a:r>
              <a:rPr lang="en-US" altLang="zh-CN" dirty="0"/>
              <a:t>&gt; → &lt;</a:t>
            </a:r>
            <a:r>
              <a:rPr lang="zh-CN" altLang="en-US" dirty="0"/>
              <a:t>算术表达式</a:t>
            </a:r>
            <a:r>
              <a:rPr lang="en-US" altLang="zh-CN" dirty="0"/>
              <a:t>&gt;&lt;</a:t>
            </a:r>
            <a:r>
              <a:rPr lang="zh-CN" altLang="en-US" dirty="0"/>
              <a:t>关系运算符</a:t>
            </a:r>
            <a:r>
              <a:rPr lang="en-US" altLang="zh-CN" dirty="0"/>
              <a:t>&gt;&lt;</a:t>
            </a:r>
            <a:r>
              <a:rPr lang="zh-CN" altLang="en-US" dirty="0"/>
              <a:t>算术表达式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关系运算符</a:t>
            </a:r>
            <a:r>
              <a:rPr lang="en-US" altLang="zh-CN" dirty="0"/>
              <a:t>&gt; → &lt;│&lt;= │&gt;│&gt;=│=│&lt;&gt;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4650BF1-0E92-4B89-A049-A517016A3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高级程序设计语言实例</a:t>
            </a:r>
          </a:p>
        </p:txBody>
      </p:sp>
    </p:spTree>
    <p:extLst>
      <p:ext uri="{BB962C8B-B14F-4D97-AF65-F5344CB8AC3E}">
        <p14:creationId xmlns:p14="http://schemas.microsoft.com/office/powerpoint/2010/main" val="302252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begin</a:t>
            </a:r>
          </a:p>
          <a:p>
            <a:r>
              <a:rPr lang="en-US" altLang="zh-CN" sz="2000" dirty="0"/>
              <a:t>	integer k; integer m; </a:t>
            </a:r>
          </a:p>
          <a:p>
            <a:r>
              <a:rPr lang="en-US" altLang="zh-CN" sz="2000" dirty="0"/>
              <a:t>	integer function F(n);</a:t>
            </a:r>
          </a:p>
          <a:p>
            <a:r>
              <a:rPr lang="en-US" altLang="zh-CN" sz="2000" dirty="0"/>
              <a:t>	begin</a:t>
            </a:r>
          </a:p>
          <a:p>
            <a:r>
              <a:rPr lang="en-US" altLang="zh-CN" sz="2000" dirty="0"/>
              <a:t>		integer n;</a:t>
            </a:r>
          </a:p>
          <a:p>
            <a:r>
              <a:rPr lang="en-US" altLang="zh-CN" sz="2000" dirty="0"/>
              <a:t>		if n&lt;=0 then F:=1</a:t>
            </a:r>
          </a:p>
          <a:p>
            <a:r>
              <a:rPr lang="en-US" altLang="zh-CN" sz="2000" dirty="0"/>
              <a:t>		else F:=n*F(n-1)</a:t>
            </a:r>
          </a:p>
          <a:p>
            <a:r>
              <a:rPr lang="en-US" altLang="zh-CN" sz="2000" dirty="0"/>
              <a:t>	end;</a:t>
            </a:r>
          </a:p>
          <a:p>
            <a:r>
              <a:rPr lang="en-US" altLang="zh-CN" sz="2000" dirty="0"/>
              <a:t>	read(m);  k:=F(m);   write(k)</a:t>
            </a:r>
          </a:p>
          <a:p>
            <a:r>
              <a:rPr lang="en-US" altLang="zh-CN" sz="2000" dirty="0"/>
              <a:t>end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</a:t>
            </a:r>
            <a:r>
              <a:rPr lang="en-US" altLang="zh-CN" dirty="0"/>
              <a:t>n!</a:t>
            </a:r>
            <a:r>
              <a:rPr lang="zh-CN" altLang="en-US" dirty="0"/>
              <a:t>的程序实例</a:t>
            </a:r>
          </a:p>
        </p:txBody>
      </p:sp>
    </p:spTree>
    <p:extLst>
      <p:ext uri="{BB962C8B-B14F-4D97-AF65-F5344CB8AC3E}">
        <p14:creationId xmlns:p14="http://schemas.microsoft.com/office/powerpoint/2010/main" val="294339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5672</TotalTime>
  <Words>579</Words>
  <Application>Microsoft Office PowerPoint</Application>
  <PresentationFormat>宽屏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Wingdings</vt:lpstr>
      <vt:lpstr>环保</vt:lpstr>
      <vt:lpstr>第四章 程序语言的设计</vt:lpstr>
      <vt:lpstr>高级程序设计语言实例</vt:lpstr>
      <vt:lpstr>高级程序设计语言实例</vt:lpstr>
      <vt:lpstr>高级程序设计语言实例</vt:lpstr>
      <vt:lpstr>高级程序设计语言实例</vt:lpstr>
      <vt:lpstr>高级程序设计语言实例</vt:lpstr>
      <vt:lpstr>高级程序设计语言实例</vt:lpstr>
      <vt:lpstr>高级程序设计语言实例</vt:lpstr>
      <vt:lpstr>高级程序设计语言实例</vt:lpstr>
      <vt:lpstr>求n!的程序实例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1041</cp:revision>
  <cp:lastPrinted>1601-01-01T00:00:00Z</cp:lastPrinted>
  <dcterms:created xsi:type="dcterms:W3CDTF">1601-01-01T00:00:00Z</dcterms:created>
  <dcterms:modified xsi:type="dcterms:W3CDTF">2019-12-24T08:52:03Z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